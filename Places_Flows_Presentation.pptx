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5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843F7A-7436-4025-B9BB-B4FFAF4CFDB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8E651B8-0470-45A0-9B56-38CE51F169EA}">
      <dgm:prSet/>
      <dgm:spPr/>
      <dgm:t>
        <a:bodyPr/>
        <a:lstStyle/>
        <a:p>
          <a:r>
            <a:rPr lang="en-US"/>
            <a:t>• Goal: predict visitor arousal from environment</a:t>
          </a:r>
        </a:p>
      </dgm:t>
    </dgm:pt>
    <dgm:pt modelId="{6E7E59B2-E0E9-45BC-BED0-3B70D3424557}" type="parTrans" cxnId="{73E1CD1A-4C39-44D4-AEC0-F561D2A9D82D}">
      <dgm:prSet/>
      <dgm:spPr/>
      <dgm:t>
        <a:bodyPr/>
        <a:lstStyle/>
        <a:p>
          <a:endParaRPr lang="en-US"/>
        </a:p>
      </dgm:t>
    </dgm:pt>
    <dgm:pt modelId="{23146293-3A8C-4384-9199-AEA995163066}" type="sibTrans" cxnId="{73E1CD1A-4C39-44D4-AEC0-F561D2A9D82D}">
      <dgm:prSet/>
      <dgm:spPr/>
      <dgm:t>
        <a:bodyPr/>
        <a:lstStyle/>
        <a:p>
          <a:endParaRPr lang="en-US"/>
        </a:p>
      </dgm:t>
    </dgm:pt>
    <dgm:pt modelId="{A5A3608B-FD6D-4535-9FF4-80F9AF0D4098}">
      <dgm:prSet/>
      <dgm:spPr/>
      <dgm:t>
        <a:bodyPr/>
        <a:lstStyle/>
        <a:p>
          <a:r>
            <a:rPr lang="en-US"/>
            <a:t>• Enable 'what‑if' landscape design</a:t>
          </a:r>
        </a:p>
      </dgm:t>
    </dgm:pt>
    <dgm:pt modelId="{529396D8-51F8-4946-A6F1-A0530F76524F}" type="parTrans" cxnId="{BB0FDCBC-CA7E-43B2-A793-68631DFE5BFC}">
      <dgm:prSet/>
      <dgm:spPr/>
      <dgm:t>
        <a:bodyPr/>
        <a:lstStyle/>
        <a:p>
          <a:endParaRPr lang="en-US"/>
        </a:p>
      </dgm:t>
    </dgm:pt>
    <dgm:pt modelId="{C5A57D97-8F4F-4E83-B6A9-F9EC1558A95A}" type="sibTrans" cxnId="{BB0FDCBC-CA7E-43B2-A793-68631DFE5BFC}">
      <dgm:prSet/>
      <dgm:spPr/>
      <dgm:t>
        <a:bodyPr/>
        <a:lstStyle/>
        <a:p>
          <a:endParaRPr lang="en-US"/>
        </a:p>
      </dgm:t>
    </dgm:pt>
    <dgm:pt modelId="{C2DF2085-BBF1-4604-B3D0-4C1F69945D1B}">
      <dgm:prSet/>
      <dgm:spPr/>
      <dgm:t>
        <a:bodyPr/>
        <a:lstStyle/>
        <a:p>
          <a:r>
            <a:rPr lang="en-US"/>
            <a:t>• 4 forts, 155 participants, 417k observations</a:t>
          </a:r>
        </a:p>
      </dgm:t>
    </dgm:pt>
    <dgm:pt modelId="{35861EF3-E307-4285-9340-DEC224657C64}" type="parTrans" cxnId="{8450C157-98E0-4BC8-9E11-DEC9BA4CC17F}">
      <dgm:prSet/>
      <dgm:spPr/>
      <dgm:t>
        <a:bodyPr/>
        <a:lstStyle/>
        <a:p>
          <a:endParaRPr lang="en-US"/>
        </a:p>
      </dgm:t>
    </dgm:pt>
    <dgm:pt modelId="{C4498FB7-E05B-41F7-BD65-4658552FB688}" type="sibTrans" cxnId="{8450C157-98E0-4BC8-9E11-DEC9BA4CC17F}">
      <dgm:prSet/>
      <dgm:spPr/>
      <dgm:t>
        <a:bodyPr/>
        <a:lstStyle/>
        <a:p>
          <a:endParaRPr lang="en-US"/>
        </a:p>
      </dgm:t>
    </dgm:pt>
    <dgm:pt modelId="{5FC74531-947F-477A-9D2F-00A5E5741703}">
      <dgm:prSet/>
      <dgm:spPr/>
      <dgm:t>
        <a:bodyPr/>
        <a:lstStyle/>
        <a:p>
          <a:r>
            <a:rPr lang="en-US"/>
            <a:t>• Target: phasic_z (arousal)</a:t>
          </a:r>
        </a:p>
      </dgm:t>
    </dgm:pt>
    <dgm:pt modelId="{FE775C23-BF9B-4E0B-8F93-C896CE160858}" type="parTrans" cxnId="{00DA8450-16C1-4352-9C1E-2EDB7856D377}">
      <dgm:prSet/>
      <dgm:spPr/>
      <dgm:t>
        <a:bodyPr/>
        <a:lstStyle/>
        <a:p>
          <a:endParaRPr lang="en-US"/>
        </a:p>
      </dgm:t>
    </dgm:pt>
    <dgm:pt modelId="{B7E47D06-4246-4B6F-BD55-6378392879F2}" type="sibTrans" cxnId="{00DA8450-16C1-4352-9C1E-2EDB7856D377}">
      <dgm:prSet/>
      <dgm:spPr/>
      <dgm:t>
        <a:bodyPr/>
        <a:lstStyle/>
        <a:p>
          <a:endParaRPr lang="en-US"/>
        </a:p>
      </dgm:t>
    </dgm:pt>
    <dgm:pt modelId="{14DE6EF9-9CF5-4C92-9C90-E449D48D8F5C}" type="pres">
      <dgm:prSet presAssocID="{1E843F7A-7436-4025-B9BB-B4FFAF4CFDB8}" presName="linear" presStyleCnt="0">
        <dgm:presLayoutVars>
          <dgm:animLvl val="lvl"/>
          <dgm:resizeHandles val="exact"/>
        </dgm:presLayoutVars>
      </dgm:prSet>
      <dgm:spPr/>
    </dgm:pt>
    <dgm:pt modelId="{96383937-F43F-422D-BE66-59E9DFF2158D}" type="pres">
      <dgm:prSet presAssocID="{C8E651B8-0470-45A0-9B56-38CE51F169E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7B733EE-6877-4323-B54F-967F10138D77}" type="pres">
      <dgm:prSet presAssocID="{23146293-3A8C-4384-9199-AEA995163066}" presName="spacer" presStyleCnt="0"/>
      <dgm:spPr/>
    </dgm:pt>
    <dgm:pt modelId="{B230F696-52B9-479F-A8E2-F1936DD3B255}" type="pres">
      <dgm:prSet presAssocID="{A5A3608B-FD6D-4535-9FF4-80F9AF0D409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FA69585-799B-4B64-9E6C-A78B94F5F894}" type="pres">
      <dgm:prSet presAssocID="{C5A57D97-8F4F-4E83-B6A9-F9EC1558A95A}" presName="spacer" presStyleCnt="0"/>
      <dgm:spPr/>
    </dgm:pt>
    <dgm:pt modelId="{50EFFBB5-2C9F-47D2-8AEF-2A67EA39F8EB}" type="pres">
      <dgm:prSet presAssocID="{C2DF2085-BBF1-4604-B3D0-4C1F69945D1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17261BE-363A-46B8-B8E5-A7C65CF569F1}" type="pres">
      <dgm:prSet presAssocID="{C4498FB7-E05B-41F7-BD65-4658552FB688}" presName="spacer" presStyleCnt="0"/>
      <dgm:spPr/>
    </dgm:pt>
    <dgm:pt modelId="{0A1CC6DA-7BE5-48A0-ADC4-293788B0B0BB}" type="pres">
      <dgm:prSet presAssocID="{5FC74531-947F-477A-9D2F-00A5E574170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407F20A-4227-4383-947D-B0CD4C872484}" type="presOf" srcId="{5FC74531-947F-477A-9D2F-00A5E5741703}" destId="{0A1CC6DA-7BE5-48A0-ADC4-293788B0B0BB}" srcOrd="0" destOrd="0" presId="urn:microsoft.com/office/officeart/2005/8/layout/vList2"/>
    <dgm:cxn modelId="{73E1CD1A-4C39-44D4-AEC0-F561D2A9D82D}" srcId="{1E843F7A-7436-4025-B9BB-B4FFAF4CFDB8}" destId="{C8E651B8-0470-45A0-9B56-38CE51F169EA}" srcOrd="0" destOrd="0" parTransId="{6E7E59B2-E0E9-45BC-BED0-3B70D3424557}" sibTransId="{23146293-3A8C-4384-9199-AEA995163066}"/>
    <dgm:cxn modelId="{0507AC2C-F5A9-419A-9042-2EE456E90A8D}" type="presOf" srcId="{1E843F7A-7436-4025-B9BB-B4FFAF4CFDB8}" destId="{14DE6EF9-9CF5-4C92-9C90-E449D48D8F5C}" srcOrd="0" destOrd="0" presId="urn:microsoft.com/office/officeart/2005/8/layout/vList2"/>
    <dgm:cxn modelId="{F291B136-F8C2-4086-BC83-76CE1194E8FA}" type="presOf" srcId="{A5A3608B-FD6D-4535-9FF4-80F9AF0D4098}" destId="{B230F696-52B9-479F-A8E2-F1936DD3B255}" srcOrd="0" destOrd="0" presId="urn:microsoft.com/office/officeart/2005/8/layout/vList2"/>
    <dgm:cxn modelId="{00DA8450-16C1-4352-9C1E-2EDB7856D377}" srcId="{1E843F7A-7436-4025-B9BB-B4FFAF4CFDB8}" destId="{5FC74531-947F-477A-9D2F-00A5E5741703}" srcOrd="3" destOrd="0" parTransId="{FE775C23-BF9B-4E0B-8F93-C896CE160858}" sibTransId="{B7E47D06-4246-4B6F-BD55-6378392879F2}"/>
    <dgm:cxn modelId="{C0C05453-B70E-4125-8E7D-B1C8C0083709}" type="presOf" srcId="{C8E651B8-0470-45A0-9B56-38CE51F169EA}" destId="{96383937-F43F-422D-BE66-59E9DFF2158D}" srcOrd="0" destOrd="0" presId="urn:microsoft.com/office/officeart/2005/8/layout/vList2"/>
    <dgm:cxn modelId="{F226C273-AD0A-44D6-934D-C3194E0D4B60}" type="presOf" srcId="{C2DF2085-BBF1-4604-B3D0-4C1F69945D1B}" destId="{50EFFBB5-2C9F-47D2-8AEF-2A67EA39F8EB}" srcOrd="0" destOrd="0" presId="urn:microsoft.com/office/officeart/2005/8/layout/vList2"/>
    <dgm:cxn modelId="{8450C157-98E0-4BC8-9E11-DEC9BA4CC17F}" srcId="{1E843F7A-7436-4025-B9BB-B4FFAF4CFDB8}" destId="{C2DF2085-BBF1-4604-B3D0-4C1F69945D1B}" srcOrd="2" destOrd="0" parTransId="{35861EF3-E307-4285-9340-DEC224657C64}" sibTransId="{C4498FB7-E05B-41F7-BD65-4658552FB688}"/>
    <dgm:cxn modelId="{BB0FDCBC-CA7E-43B2-A793-68631DFE5BFC}" srcId="{1E843F7A-7436-4025-B9BB-B4FFAF4CFDB8}" destId="{A5A3608B-FD6D-4535-9FF4-80F9AF0D4098}" srcOrd="1" destOrd="0" parTransId="{529396D8-51F8-4946-A6F1-A0530F76524F}" sibTransId="{C5A57D97-8F4F-4E83-B6A9-F9EC1558A95A}"/>
    <dgm:cxn modelId="{920CF8B7-7D74-4443-9892-E045049D8243}" type="presParOf" srcId="{14DE6EF9-9CF5-4C92-9C90-E449D48D8F5C}" destId="{96383937-F43F-422D-BE66-59E9DFF2158D}" srcOrd="0" destOrd="0" presId="urn:microsoft.com/office/officeart/2005/8/layout/vList2"/>
    <dgm:cxn modelId="{5E49EDE3-AECB-453E-AC64-50B1FA047B38}" type="presParOf" srcId="{14DE6EF9-9CF5-4C92-9C90-E449D48D8F5C}" destId="{37B733EE-6877-4323-B54F-967F10138D77}" srcOrd="1" destOrd="0" presId="urn:microsoft.com/office/officeart/2005/8/layout/vList2"/>
    <dgm:cxn modelId="{05A64ABA-6A59-423F-BF5E-E710EB55875C}" type="presParOf" srcId="{14DE6EF9-9CF5-4C92-9C90-E449D48D8F5C}" destId="{B230F696-52B9-479F-A8E2-F1936DD3B255}" srcOrd="2" destOrd="0" presId="urn:microsoft.com/office/officeart/2005/8/layout/vList2"/>
    <dgm:cxn modelId="{172F391A-2EE0-40EF-8A24-6D7844735FA6}" type="presParOf" srcId="{14DE6EF9-9CF5-4C92-9C90-E449D48D8F5C}" destId="{4FA69585-799B-4B64-9E6C-A78B94F5F894}" srcOrd="3" destOrd="0" presId="urn:microsoft.com/office/officeart/2005/8/layout/vList2"/>
    <dgm:cxn modelId="{C435521D-1022-4688-90E7-F9B7745FAE20}" type="presParOf" srcId="{14DE6EF9-9CF5-4C92-9C90-E449D48D8F5C}" destId="{50EFFBB5-2C9F-47D2-8AEF-2A67EA39F8EB}" srcOrd="4" destOrd="0" presId="urn:microsoft.com/office/officeart/2005/8/layout/vList2"/>
    <dgm:cxn modelId="{79940257-F604-46DB-AC8D-B78B0A3479ED}" type="presParOf" srcId="{14DE6EF9-9CF5-4C92-9C90-E449D48D8F5C}" destId="{017261BE-363A-46B8-B8E5-A7C65CF569F1}" srcOrd="5" destOrd="0" presId="urn:microsoft.com/office/officeart/2005/8/layout/vList2"/>
    <dgm:cxn modelId="{13A4C041-2B6F-4C2E-84C4-F9D3BF92C017}" type="presParOf" srcId="{14DE6EF9-9CF5-4C92-9C90-E449D48D8F5C}" destId="{0A1CC6DA-7BE5-48A0-ADC4-293788B0B0B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1925FF-0700-4858-A963-E0C3B45E28E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C647402-5696-4A52-9E4F-76562865B143}">
      <dgm:prSet/>
      <dgm:spPr/>
      <dgm:t>
        <a:bodyPr/>
        <a:lstStyle/>
        <a:p>
          <a:r>
            <a:rPr lang="en-US"/>
            <a:t>• GPS-only R² = -0.057</a:t>
          </a:r>
        </a:p>
      </dgm:t>
    </dgm:pt>
    <dgm:pt modelId="{BB668060-F9A5-445D-9B78-593D5B532238}" type="parTrans" cxnId="{2F4DA7DD-2A02-4424-8047-FB06F62F9795}">
      <dgm:prSet/>
      <dgm:spPr/>
      <dgm:t>
        <a:bodyPr/>
        <a:lstStyle/>
        <a:p>
          <a:endParaRPr lang="en-US"/>
        </a:p>
      </dgm:t>
    </dgm:pt>
    <dgm:pt modelId="{0A4DC6FC-FB73-4769-9CFF-46AB299AFA27}" type="sibTrans" cxnId="{2F4DA7DD-2A02-4424-8047-FB06F62F9795}">
      <dgm:prSet/>
      <dgm:spPr/>
      <dgm:t>
        <a:bodyPr/>
        <a:lstStyle/>
        <a:p>
          <a:endParaRPr lang="en-US"/>
        </a:p>
      </dgm:t>
    </dgm:pt>
    <dgm:pt modelId="{4D377CCD-6ECE-4888-925E-D302E3BA3859}">
      <dgm:prSet/>
      <dgm:spPr/>
      <dgm:t>
        <a:bodyPr/>
        <a:lstStyle/>
        <a:p>
          <a:r>
            <a:rPr lang="en-US"/>
            <a:t>• Memorizes locations</a:t>
          </a:r>
        </a:p>
      </dgm:t>
    </dgm:pt>
    <dgm:pt modelId="{96AF0C42-D6E8-460F-BB2E-D1BD13C64583}" type="parTrans" cxnId="{6FEF7329-0DBB-43A8-92E6-EA40E11C0E68}">
      <dgm:prSet/>
      <dgm:spPr/>
      <dgm:t>
        <a:bodyPr/>
        <a:lstStyle/>
        <a:p>
          <a:endParaRPr lang="en-US"/>
        </a:p>
      </dgm:t>
    </dgm:pt>
    <dgm:pt modelId="{B678DFE4-EAF3-48CE-9C9D-D55144763B4D}" type="sibTrans" cxnId="{6FEF7329-0DBB-43A8-92E6-EA40E11C0E68}">
      <dgm:prSet/>
      <dgm:spPr/>
      <dgm:t>
        <a:bodyPr/>
        <a:lstStyle/>
        <a:p>
          <a:endParaRPr lang="en-US"/>
        </a:p>
      </dgm:t>
    </dgm:pt>
    <dgm:pt modelId="{90589BC9-E4BF-490F-9EE9-8E23F99E8753}">
      <dgm:prSet/>
      <dgm:spPr/>
      <dgm:t>
        <a:bodyPr/>
        <a:lstStyle/>
        <a:p>
          <a:r>
            <a:rPr lang="en-US"/>
            <a:t>• Doesn't generalize to new visitors</a:t>
          </a:r>
        </a:p>
      </dgm:t>
    </dgm:pt>
    <dgm:pt modelId="{7EECBA6F-AB5F-493D-BBF3-D41BDBF8B547}" type="parTrans" cxnId="{05225FF9-5732-4CDF-A9C7-0627FAFD4778}">
      <dgm:prSet/>
      <dgm:spPr/>
      <dgm:t>
        <a:bodyPr/>
        <a:lstStyle/>
        <a:p>
          <a:endParaRPr lang="en-US"/>
        </a:p>
      </dgm:t>
    </dgm:pt>
    <dgm:pt modelId="{F7B8A8F8-B354-4DD4-A847-A35AC4598630}" type="sibTrans" cxnId="{05225FF9-5732-4CDF-A9C7-0627FAFD4778}">
      <dgm:prSet/>
      <dgm:spPr/>
      <dgm:t>
        <a:bodyPr/>
        <a:lstStyle/>
        <a:p>
          <a:endParaRPr lang="en-US"/>
        </a:p>
      </dgm:t>
    </dgm:pt>
    <dgm:pt modelId="{7978C2BF-0F41-4E14-94FA-315FEBE65825}">
      <dgm:prSet/>
      <dgm:spPr/>
      <dgm:t>
        <a:bodyPr/>
        <a:lstStyle/>
        <a:p>
          <a:r>
            <a:rPr lang="en-US"/>
            <a:t>• Same spot ≠ same feeling</a:t>
          </a:r>
        </a:p>
      </dgm:t>
    </dgm:pt>
    <dgm:pt modelId="{6B1B56B0-91DD-49ED-A9AF-79FF34BBBF42}" type="parTrans" cxnId="{FA7F3667-D577-448D-B137-0DB8373F6FFA}">
      <dgm:prSet/>
      <dgm:spPr/>
      <dgm:t>
        <a:bodyPr/>
        <a:lstStyle/>
        <a:p>
          <a:endParaRPr lang="en-US"/>
        </a:p>
      </dgm:t>
    </dgm:pt>
    <dgm:pt modelId="{A4264862-7784-433B-9FFA-54B2053A0ABD}" type="sibTrans" cxnId="{FA7F3667-D577-448D-B137-0DB8373F6FFA}">
      <dgm:prSet/>
      <dgm:spPr/>
      <dgm:t>
        <a:bodyPr/>
        <a:lstStyle/>
        <a:p>
          <a:endParaRPr lang="en-US"/>
        </a:p>
      </dgm:t>
    </dgm:pt>
    <dgm:pt modelId="{BFD2BBB6-2915-4340-A52C-7FE805BE3C17}" type="pres">
      <dgm:prSet presAssocID="{EE1925FF-0700-4858-A963-E0C3B45E28E9}" presName="linear" presStyleCnt="0">
        <dgm:presLayoutVars>
          <dgm:animLvl val="lvl"/>
          <dgm:resizeHandles val="exact"/>
        </dgm:presLayoutVars>
      </dgm:prSet>
      <dgm:spPr/>
    </dgm:pt>
    <dgm:pt modelId="{57474895-D099-4191-A3CA-DBC0423FD633}" type="pres">
      <dgm:prSet presAssocID="{5C647402-5696-4A52-9E4F-76562865B14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D57CB10-5E70-457E-8A90-622995512712}" type="pres">
      <dgm:prSet presAssocID="{0A4DC6FC-FB73-4769-9CFF-46AB299AFA27}" presName="spacer" presStyleCnt="0"/>
      <dgm:spPr/>
    </dgm:pt>
    <dgm:pt modelId="{88D20FEF-C847-4287-850A-A168D8928B59}" type="pres">
      <dgm:prSet presAssocID="{4D377CCD-6ECE-4888-925E-D302E3BA385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C844BDE-5AAE-41FA-99F9-843C6F9F6694}" type="pres">
      <dgm:prSet presAssocID="{B678DFE4-EAF3-48CE-9C9D-D55144763B4D}" presName="spacer" presStyleCnt="0"/>
      <dgm:spPr/>
    </dgm:pt>
    <dgm:pt modelId="{D2242F64-FD61-4B4D-9E64-E794A390B893}" type="pres">
      <dgm:prSet presAssocID="{90589BC9-E4BF-490F-9EE9-8E23F99E875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5F5EDB5-76E0-48E3-BAD3-69F13B165CB1}" type="pres">
      <dgm:prSet presAssocID="{F7B8A8F8-B354-4DD4-A847-A35AC4598630}" presName="spacer" presStyleCnt="0"/>
      <dgm:spPr/>
    </dgm:pt>
    <dgm:pt modelId="{07501BAB-AA38-440E-81AE-B7F69F969B31}" type="pres">
      <dgm:prSet presAssocID="{7978C2BF-0F41-4E14-94FA-315FEBE6582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11E5F07-DD60-4347-A4F1-E3E9636F6829}" type="presOf" srcId="{5C647402-5696-4A52-9E4F-76562865B143}" destId="{57474895-D099-4191-A3CA-DBC0423FD633}" srcOrd="0" destOrd="0" presId="urn:microsoft.com/office/officeart/2005/8/layout/vList2"/>
    <dgm:cxn modelId="{6FEF7329-0DBB-43A8-92E6-EA40E11C0E68}" srcId="{EE1925FF-0700-4858-A963-E0C3B45E28E9}" destId="{4D377CCD-6ECE-4888-925E-D302E3BA3859}" srcOrd="1" destOrd="0" parTransId="{96AF0C42-D6E8-460F-BB2E-D1BD13C64583}" sibTransId="{B678DFE4-EAF3-48CE-9C9D-D55144763B4D}"/>
    <dgm:cxn modelId="{31D64945-8F44-4E02-81ED-6DF8DD3CA650}" type="presOf" srcId="{4D377CCD-6ECE-4888-925E-D302E3BA3859}" destId="{88D20FEF-C847-4287-850A-A168D8928B59}" srcOrd="0" destOrd="0" presId="urn:microsoft.com/office/officeart/2005/8/layout/vList2"/>
    <dgm:cxn modelId="{FA7F3667-D577-448D-B137-0DB8373F6FFA}" srcId="{EE1925FF-0700-4858-A963-E0C3B45E28E9}" destId="{7978C2BF-0F41-4E14-94FA-315FEBE65825}" srcOrd="3" destOrd="0" parTransId="{6B1B56B0-91DD-49ED-A9AF-79FF34BBBF42}" sibTransId="{A4264862-7784-433B-9FFA-54B2053A0ABD}"/>
    <dgm:cxn modelId="{976B4B9B-A8CA-44C0-BB3B-E0F203FE0375}" type="presOf" srcId="{90589BC9-E4BF-490F-9EE9-8E23F99E8753}" destId="{D2242F64-FD61-4B4D-9E64-E794A390B893}" srcOrd="0" destOrd="0" presId="urn:microsoft.com/office/officeart/2005/8/layout/vList2"/>
    <dgm:cxn modelId="{67E893B7-5147-4438-B2C2-49488B8526F7}" type="presOf" srcId="{7978C2BF-0F41-4E14-94FA-315FEBE65825}" destId="{07501BAB-AA38-440E-81AE-B7F69F969B31}" srcOrd="0" destOrd="0" presId="urn:microsoft.com/office/officeart/2005/8/layout/vList2"/>
    <dgm:cxn modelId="{2F4DA7DD-2A02-4424-8047-FB06F62F9795}" srcId="{EE1925FF-0700-4858-A963-E0C3B45E28E9}" destId="{5C647402-5696-4A52-9E4F-76562865B143}" srcOrd="0" destOrd="0" parTransId="{BB668060-F9A5-445D-9B78-593D5B532238}" sibTransId="{0A4DC6FC-FB73-4769-9CFF-46AB299AFA27}"/>
    <dgm:cxn modelId="{82AC06E0-6373-42D1-8776-285B590F6E6D}" type="presOf" srcId="{EE1925FF-0700-4858-A963-E0C3B45E28E9}" destId="{BFD2BBB6-2915-4340-A52C-7FE805BE3C17}" srcOrd="0" destOrd="0" presId="urn:microsoft.com/office/officeart/2005/8/layout/vList2"/>
    <dgm:cxn modelId="{05225FF9-5732-4CDF-A9C7-0627FAFD4778}" srcId="{EE1925FF-0700-4858-A963-E0C3B45E28E9}" destId="{90589BC9-E4BF-490F-9EE9-8E23F99E8753}" srcOrd="2" destOrd="0" parTransId="{7EECBA6F-AB5F-493D-BBF3-D41BDBF8B547}" sibTransId="{F7B8A8F8-B354-4DD4-A847-A35AC4598630}"/>
    <dgm:cxn modelId="{5A4D1FED-B5D9-42BD-A87D-1C169951F12C}" type="presParOf" srcId="{BFD2BBB6-2915-4340-A52C-7FE805BE3C17}" destId="{57474895-D099-4191-A3CA-DBC0423FD633}" srcOrd="0" destOrd="0" presId="urn:microsoft.com/office/officeart/2005/8/layout/vList2"/>
    <dgm:cxn modelId="{85221DC2-D454-4A49-91F4-80763591F1DB}" type="presParOf" srcId="{BFD2BBB6-2915-4340-A52C-7FE805BE3C17}" destId="{5D57CB10-5E70-457E-8A90-622995512712}" srcOrd="1" destOrd="0" presId="urn:microsoft.com/office/officeart/2005/8/layout/vList2"/>
    <dgm:cxn modelId="{F897C600-DBFA-4424-AB3B-3C8AF426BE7A}" type="presParOf" srcId="{BFD2BBB6-2915-4340-A52C-7FE805BE3C17}" destId="{88D20FEF-C847-4287-850A-A168D8928B59}" srcOrd="2" destOrd="0" presId="urn:microsoft.com/office/officeart/2005/8/layout/vList2"/>
    <dgm:cxn modelId="{8077319B-5B31-4B2F-ADD7-09F0BD2D6020}" type="presParOf" srcId="{BFD2BBB6-2915-4340-A52C-7FE805BE3C17}" destId="{7C844BDE-5AAE-41FA-99F9-843C6F9F6694}" srcOrd="3" destOrd="0" presId="urn:microsoft.com/office/officeart/2005/8/layout/vList2"/>
    <dgm:cxn modelId="{B87AC623-69D0-4CB5-8525-4E50662CDD2A}" type="presParOf" srcId="{BFD2BBB6-2915-4340-A52C-7FE805BE3C17}" destId="{D2242F64-FD61-4B4D-9E64-E794A390B893}" srcOrd="4" destOrd="0" presId="urn:microsoft.com/office/officeart/2005/8/layout/vList2"/>
    <dgm:cxn modelId="{DE85F63F-89E5-497E-919B-78AA4135A4B5}" type="presParOf" srcId="{BFD2BBB6-2915-4340-A52C-7FE805BE3C17}" destId="{35F5EDB5-76E0-48E3-BAD3-69F13B165CB1}" srcOrd="5" destOrd="0" presId="urn:microsoft.com/office/officeart/2005/8/layout/vList2"/>
    <dgm:cxn modelId="{366FE0A2-C7EE-445E-9280-556E052138E2}" type="presParOf" srcId="{BFD2BBB6-2915-4340-A52C-7FE805BE3C17}" destId="{07501BAB-AA38-440E-81AE-B7F69F969B3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1BCB43-1400-42B5-AA80-DBDDB47504D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7054AF5-A151-4101-9E04-EBA3E4F0C29B}">
      <dgm:prSet/>
      <dgm:spPr/>
      <dgm:t>
        <a:bodyPr/>
        <a:lstStyle/>
        <a:p>
          <a:r>
            <a:rPr lang="en-US"/>
            <a:t>• NL model R² = +0.156</a:t>
          </a:r>
        </a:p>
      </dgm:t>
    </dgm:pt>
    <dgm:pt modelId="{582189CF-4D57-4101-AA7B-304F92E5E63A}" type="parTrans" cxnId="{473DC0BC-6AA1-4B48-A843-A725921EB1F6}">
      <dgm:prSet/>
      <dgm:spPr/>
      <dgm:t>
        <a:bodyPr/>
        <a:lstStyle/>
        <a:p>
          <a:endParaRPr lang="en-US"/>
        </a:p>
      </dgm:t>
    </dgm:pt>
    <dgm:pt modelId="{3C0FB3C4-58FA-4AFB-BB8B-80E748BF7FC0}" type="sibTrans" cxnId="{473DC0BC-6AA1-4B48-A843-A725921EB1F6}">
      <dgm:prSet/>
      <dgm:spPr/>
      <dgm:t>
        <a:bodyPr/>
        <a:lstStyle/>
        <a:p>
          <a:endParaRPr lang="en-US"/>
        </a:p>
      </dgm:t>
    </dgm:pt>
    <dgm:pt modelId="{8B43B28C-653B-451C-BF25-7204D7C81381}">
      <dgm:prSet/>
      <dgm:spPr/>
      <dgm:t>
        <a:bodyPr/>
        <a:lstStyle/>
        <a:p>
          <a:r>
            <a:rPr lang="en-US"/>
            <a:t>• BE model R² = +0.033</a:t>
          </a:r>
        </a:p>
      </dgm:t>
    </dgm:pt>
    <dgm:pt modelId="{9BFDF59E-49EA-467E-A095-C0091815732A}" type="parTrans" cxnId="{40415B0F-A8BE-4E72-8B41-B9EA9EA0FC7D}">
      <dgm:prSet/>
      <dgm:spPr/>
      <dgm:t>
        <a:bodyPr/>
        <a:lstStyle/>
        <a:p>
          <a:endParaRPr lang="en-US"/>
        </a:p>
      </dgm:t>
    </dgm:pt>
    <dgm:pt modelId="{87704B44-95B2-41C9-BFB5-E35C70688F32}" type="sibTrans" cxnId="{40415B0F-A8BE-4E72-8B41-B9EA9EA0FC7D}">
      <dgm:prSet/>
      <dgm:spPr/>
      <dgm:t>
        <a:bodyPr/>
        <a:lstStyle/>
        <a:p>
          <a:endParaRPr lang="en-US"/>
        </a:p>
      </dgm:t>
    </dgm:pt>
    <dgm:pt modelId="{15909AA5-53DA-4324-9772-13E58168559C}">
      <dgm:prSet/>
      <dgm:spPr/>
      <dgm:t>
        <a:bodyPr/>
        <a:lstStyle/>
        <a:p>
          <a:r>
            <a:rPr lang="en-US"/>
            <a:t>• Elevation explains 56–88%</a:t>
          </a:r>
        </a:p>
      </dgm:t>
    </dgm:pt>
    <dgm:pt modelId="{0B7241FE-61DF-4853-8331-7810F7A1725E}" type="parTrans" cxnId="{261C1E9F-07D1-422E-9567-CD8B367C8E67}">
      <dgm:prSet/>
      <dgm:spPr/>
      <dgm:t>
        <a:bodyPr/>
        <a:lstStyle/>
        <a:p>
          <a:endParaRPr lang="en-US"/>
        </a:p>
      </dgm:t>
    </dgm:pt>
    <dgm:pt modelId="{AD791B8D-3BD7-47E7-9C06-E1D0502878CB}" type="sibTrans" cxnId="{261C1E9F-07D1-422E-9567-CD8B367C8E67}">
      <dgm:prSet/>
      <dgm:spPr/>
      <dgm:t>
        <a:bodyPr/>
        <a:lstStyle/>
        <a:p>
          <a:endParaRPr lang="en-US"/>
        </a:p>
      </dgm:t>
    </dgm:pt>
    <dgm:pt modelId="{094E54AD-F7DC-45BA-A097-3C6703A95EC5}">
      <dgm:prSet/>
      <dgm:spPr/>
      <dgm:t>
        <a:bodyPr/>
        <a:lstStyle/>
        <a:p>
          <a:r>
            <a:rPr lang="en-US"/>
            <a:t>• Models are site-specific</a:t>
          </a:r>
        </a:p>
      </dgm:t>
    </dgm:pt>
    <dgm:pt modelId="{098AD432-00E8-4958-B58F-1717A3489955}" type="parTrans" cxnId="{D6AD873C-705A-462A-92AE-B9D3B54F3DC2}">
      <dgm:prSet/>
      <dgm:spPr/>
      <dgm:t>
        <a:bodyPr/>
        <a:lstStyle/>
        <a:p>
          <a:endParaRPr lang="en-US"/>
        </a:p>
      </dgm:t>
    </dgm:pt>
    <dgm:pt modelId="{23A951CD-14DC-4CB9-9FDA-D95AE9DFEF3E}" type="sibTrans" cxnId="{D6AD873C-705A-462A-92AE-B9D3B54F3DC2}">
      <dgm:prSet/>
      <dgm:spPr/>
      <dgm:t>
        <a:bodyPr/>
        <a:lstStyle/>
        <a:p>
          <a:endParaRPr lang="en-US"/>
        </a:p>
      </dgm:t>
    </dgm:pt>
    <dgm:pt modelId="{E8500E53-8135-49AE-8D13-884A36987632}" type="pres">
      <dgm:prSet presAssocID="{FA1BCB43-1400-42B5-AA80-DBDDB47504DC}" presName="linear" presStyleCnt="0">
        <dgm:presLayoutVars>
          <dgm:animLvl val="lvl"/>
          <dgm:resizeHandles val="exact"/>
        </dgm:presLayoutVars>
      </dgm:prSet>
      <dgm:spPr/>
    </dgm:pt>
    <dgm:pt modelId="{870569CC-76DC-4BAD-B79C-0AA086D8773A}" type="pres">
      <dgm:prSet presAssocID="{67054AF5-A151-4101-9E04-EBA3E4F0C29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6F5A0A5-A5AA-4E47-AAFC-B8D17CEA0870}" type="pres">
      <dgm:prSet presAssocID="{3C0FB3C4-58FA-4AFB-BB8B-80E748BF7FC0}" presName="spacer" presStyleCnt="0"/>
      <dgm:spPr/>
    </dgm:pt>
    <dgm:pt modelId="{61FEF1F2-1AA1-4836-9EB2-74CB4EF82643}" type="pres">
      <dgm:prSet presAssocID="{8B43B28C-653B-451C-BF25-7204D7C8138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9816FF7-CAE7-4167-A9EC-8B136EE441BA}" type="pres">
      <dgm:prSet presAssocID="{87704B44-95B2-41C9-BFB5-E35C70688F32}" presName="spacer" presStyleCnt="0"/>
      <dgm:spPr/>
    </dgm:pt>
    <dgm:pt modelId="{8FF305DF-4119-4E78-ABAA-92BACD45C679}" type="pres">
      <dgm:prSet presAssocID="{15909AA5-53DA-4324-9772-13E58168559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7E107BE-108C-4B2F-9EDD-677163E2802A}" type="pres">
      <dgm:prSet presAssocID="{AD791B8D-3BD7-47E7-9C06-E1D0502878CB}" presName="spacer" presStyleCnt="0"/>
      <dgm:spPr/>
    </dgm:pt>
    <dgm:pt modelId="{2565F63C-8FBB-4824-B14B-AD3EDB844179}" type="pres">
      <dgm:prSet presAssocID="{094E54AD-F7DC-45BA-A097-3C6703A95EC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0415B0F-A8BE-4E72-8B41-B9EA9EA0FC7D}" srcId="{FA1BCB43-1400-42B5-AA80-DBDDB47504DC}" destId="{8B43B28C-653B-451C-BF25-7204D7C81381}" srcOrd="1" destOrd="0" parTransId="{9BFDF59E-49EA-467E-A095-C0091815732A}" sibTransId="{87704B44-95B2-41C9-BFB5-E35C70688F32}"/>
    <dgm:cxn modelId="{D6AD873C-705A-462A-92AE-B9D3B54F3DC2}" srcId="{FA1BCB43-1400-42B5-AA80-DBDDB47504DC}" destId="{094E54AD-F7DC-45BA-A097-3C6703A95EC5}" srcOrd="3" destOrd="0" parTransId="{098AD432-00E8-4958-B58F-1717A3489955}" sibTransId="{23A951CD-14DC-4CB9-9FDA-D95AE9DFEF3E}"/>
    <dgm:cxn modelId="{21853371-06A7-4AAD-9050-4484A86475F8}" type="presOf" srcId="{094E54AD-F7DC-45BA-A097-3C6703A95EC5}" destId="{2565F63C-8FBB-4824-B14B-AD3EDB844179}" srcOrd="0" destOrd="0" presId="urn:microsoft.com/office/officeart/2005/8/layout/vList2"/>
    <dgm:cxn modelId="{6F1DED7A-F260-408F-B4FF-0FB5C86A2572}" type="presOf" srcId="{FA1BCB43-1400-42B5-AA80-DBDDB47504DC}" destId="{E8500E53-8135-49AE-8D13-884A36987632}" srcOrd="0" destOrd="0" presId="urn:microsoft.com/office/officeart/2005/8/layout/vList2"/>
    <dgm:cxn modelId="{78879399-5C2A-4E62-BC4A-E33999079C77}" type="presOf" srcId="{67054AF5-A151-4101-9E04-EBA3E4F0C29B}" destId="{870569CC-76DC-4BAD-B79C-0AA086D8773A}" srcOrd="0" destOrd="0" presId="urn:microsoft.com/office/officeart/2005/8/layout/vList2"/>
    <dgm:cxn modelId="{261C1E9F-07D1-422E-9567-CD8B367C8E67}" srcId="{FA1BCB43-1400-42B5-AA80-DBDDB47504DC}" destId="{15909AA5-53DA-4324-9772-13E58168559C}" srcOrd="2" destOrd="0" parTransId="{0B7241FE-61DF-4853-8331-7810F7A1725E}" sibTransId="{AD791B8D-3BD7-47E7-9C06-E1D0502878CB}"/>
    <dgm:cxn modelId="{473DC0BC-6AA1-4B48-A843-A725921EB1F6}" srcId="{FA1BCB43-1400-42B5-AA80-DBDDB47504DC}" destId="{67054AF5-A151-4101-9E04-EBA3E4F0C29B}" srcOrd="0" destOrd="0" parTransId="{582189CF-4D57-4101-AA7B-304F92E5E63A}" sibTransId="{3C0FB3C4-58FA-4AFB-BB8B-80E748BF7FC0}"/>
    <dgm:cxn modelId="{B42813C1-1E18-4E6D-BFFE-E62ECAC92C68}" type="presOf" srcId="{8B43B28C-653B-451C-BF25-7204D7C81381}" destId="{61FEF1F2-1AA1-4836-9EB2-74CB4EF82643}" srcOrd="0" destOrd="0" presId="urn:microsoft.com/office/officeart/2005/8/layout/vList2"/>
    <dgm:cxn modelId="{DB643BD8-960F-4B34-84E9-7AE00A7CF0C4}" type="presOf" srcId="{15909AA5-53DA-4324-9772-13E58168559C}" destId="{8FF305DF-4119-4E78-ABAA-92BACD45C679}" srcOrd="0" destOrd="0" presId="urn:microsoft.com/office/officeart/2005/8/layout/vList2"/>
    <dgm:cxn modelId="{06CE2054-2983-48B2-B91C-F6466E3BF79E}" type="presParOf" srcId="{E8500E53-8135-49AE-8D13-884A36987632}" destId="{870569CC-76DC-4BAD-B79C-0AA086D8773A}" srcOrd="0" destOrd="0" presId="urn:microsoft.com/office/officeart/2005/8/layout/vList2"/>
    <dgm:cxn modelId="{9946D94D-803F-4209-9A03-4C93C03A3490}" type="presParOf" srcId="{E8500E53-8135-49AE-8D13-884A36987632}" destId="{A6F5A0A5-A5AA-4E47-AAFC-B8D17CEA0870}" srcOrd="1" destOrd="0" presId="urn:microsoft.com/office/officeart/2005/8/layout/vList2"/>
    <dgm:cxn modelId="{0FB7106E-C002-4FDD-B2D3-E62EDE06CE1B}" type="presParOf" srcId="{E8500E53-8135-49AE-8D13-884A36987632}" destId="{61FEF1F2-1AA1-4836-9EB2-74CB4EF82643}" srcOrd="2" destOrd="0" presId="urn:microsoft.com/office/officeart/2005/8/layout/vList2"/>
    <dgm:cxn modelId="{F9082660-4BB5-4C2D-8998-B2CD0C582676}" type="presParOf" srcId="{E8500E53-8135-49AE-8D13-884A36987632}" destId="{99816FF7-CAE7-4167-A9EC-8B136EE441BA}" srcOrd="3" destOrd="0" presId="urn:microsoft.com/office/officeart/2005/8/layout/vList2"/>
    <dgm:cxn modelId="{27EC73D2-9780-41AD-AB12-F16CB359718D}" type="presParOf" srcId="{E8500E53-8135-49AE-8D13-884A36987632}" destId="{8FF305DF-4119-4E78-ABAA-92BACD45C679}" srcOrd="4" destOrd="0" presId="urn:microsoft.com/office/officeart/2005/8/layout/vList2"/>
    <dgm:cxn modelId="{52F3662C-B475-4E27-B5A1-8A5880D87139}" type="presParOf" srcId="{E8500E53-8135-49AE-8D13-884A36987632}" destId="{47E107BE-108C-4B2F-9EDD-677163E2802A}" srcOrd="5" destOrd="0" presId="urn:microsoft.com/office/officeart/2005/8/layout/vList2"/>
    <dgm:cxn modelId="{E95FC2D6-0683-437C-BD29-4929628B9FBF}" type="presParOf" srcId="{E8500E53-8135-49AE-8D13-884A36987632}" destId="{2565F63C-8FBB-4824-B14B-AD3EDB8441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71A6C5-CAE9-4942-AC2A-1AD62E1427E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A8D789C-81C5-416A-A391-7A8C29FCA6EC}">
      <dgm:prSet/>
      <dgm:spPr/>
      <dgm:t>
        <a:bodyPr/>
        <a:lstStyle/>
        <a:p>
          <a:r>
            <a:rPr lang="en-US"/>
            <a:t>• Valley terrain: +46% arousal</a:t>
          </a:r>
        </a:p>
      </dgm:t>
    </dgm:pt>
    <dgm:pt modelId="{FAE8F2C0-FFA0-4DF9-A4E8-6E95DB6DF55F}" type="parTrans" cxnId="{904B2D89-5E5A-4C58-B28A-C3899971E9C5}">
      <dgm:prSet/>
      <dgm:spPr/>
      <dgm:t>
        <a:bodyPr/>
        <a:lstStyle/>
        <a:p>
          <a:endParaRPr lang="en-US"/>
        </a:p>
      </dgm:t>
    </dgm:pt>
    <dgm:pt modelId="{E81122E9-9D52-4183-AAE5-4F5D5F947FD1}" type="sibTrans" cxnId="{904B2D89-5E5A-4C58-B28A-C3899971E9C5}">
      <dgm:prSet/>
      <dgm:spPr/>
      <dgm:t>
        <a:bodyPr/>
        <a:lstStyle/>
        <a:p>
          <a:endParaRPr lang="en-US"/>
        </a:p>
      </dgm:t>
    </dgm:pt>
    <dgm:pt modelId="{E5A84085-AEB8-4F8D-B5F1-9F7C5AC2033C}">
      <dgm:prSet/>
      <dgm:spPr/>
      <dgm:t>
        <a:bodyPr/>
        <a:lstStyle/>
        <a:p>
          <a:r>
            <a:rPr lang="en-US"/>
            <a:t>• Trees: +32%</a:t>
          </a:r>
        </a:p>
      </dgm:t>
    </dgm:pt>
    <dgm:pt modelId="{661BF1CA-C578-4777-8290-47972BF72C64}" type="parTrans" cxnId="{50722412-75F3-4B83-A467-386380DE3E58}">
      <dgm:prSet/>
      <dgm:spPr/>
      <dgm:t>
        <a:bodyPr/>
        <a:lstStyle/>
        <a:p>
          <a:endParaRPr lang="en-US"/>
        </a:p>
      </dgm:t>
    </dgm:pt>
    <dgm:pt modelId="{556D334D-40B9-4C0D-9AC6-5E50D3579EDC}" type="sibTrans" cxnId="{50722412-75F3-4B83-A467-386380DE3E58}">
      <dgm:prSet/>
      <dgm:spPr/>
      <dgm:t>
        <a:bodyPr/>
        <a:lstStyle/>
        <a:p>
          <a:endParaRPr lang="en-US"/>
        </a:p>
      </dgm:t>
    </dgm:pt>
    <dgm:pt modelId="{C84182FB-91CA-494F-945E-F25F87F2D8F6}">
      <dgm:prSet/>
      <dgm:spPr/>
      <dgm:t>
        <a:bodyPr/>
        <a:lstStyle/>
        <a:p>
          <a:r>
            <a:rPr lang="en-US"/>
            <a:t>• Water: +31%</a:t>
          </a:r>
        </a:p>
      </dgm:t>
    </dgm:pt>
    <dgm:pt modelId="{E42F9370-3DB5-47A1-BA44-AF13ACA036DF}" type="parTrans" cxnId="{AD54AD37-AD20-440D-8CAA-0CF80221CE59}">
      <dgm:prSet/>
      <dgm:spPr/>
      <dgm:t>
        <a:bodyPr/>
        <a:lstStyle/>
        <a:p>
          <a:endParaRPr lang="en-US"/>
        </a:p>
      </dgm:t>
    </dgm:pt>
    <dgm:pt modelId="{9D71B310-FE1A-4292-85E8-99BF91F9B2DA}" type="sibTrans" cxnId="{AD54AD37-AD20-440D-8CAA-0CF80221CE59}">
      <dgm:prSet/>
      <dgm:spPr/>
      <dgm:t>
        <a:bodyPr/>
        <a:lstStyle/>
        <a:p>
          <a:endParaRPr lang="en-US"/>
        </a:p>
      </dgm:t>
    </dgm:pt>
    <dgm:pt modelId="{6CA50FBA-DF44-4994-95EB-7359C974358D}">
      <dgm:prSet/>
      <dgm:spPr/>
      <dgm:t>
        <a:bodyPr/>
        <a:lstStyle/>
        <a:p>
          <a:r>
            <a:rPr lang="en-US"/>
            <a:t>• Hills: −34%</a:t>
          </a:r>
        </a:p>
      </dgm:t>
    </dgm:pt>
    <dgm:pt modelId="{CE133921-B764-4605-8974-FF11E2C123C8}" type="parTrans" cxnId="{EAB29270-9962-4587-BAEC-9C4E8BD5C9D3}">
      <dgm:prSet/>
      <dgm:spPr/>
      <dgm:t>
        <a:bodyPr/>
        <a:lstStyle/>
        <a:p>
          <a:endParaRPr lang="en-US"/>
        </a:p>
      </dgm:t>
    </dgm:pt>
    <dgm:pt modelId="{BB29DF65-F367-4EA8-9D7A-A7A8DCFF80C8}" type="sibTrans" cxnId="{EAB29270-9962-4587-BAEC-9C4E8BD5C9D3}">
      <dgm:prSet/>
      <dgm:spPr/>
      <dgm:t>
        <a:bodyPr/>
        <a:lstStyle/>
        <a:p>
          <a:endParaRPr lang="en-US"/>
        </a:p>
      </dgm:t>
    </dgm:pt>
    <dgm:pt modelId="{251ACB85-EEDE-4ECA-B1D6-2D71C8105A0A}">
      <dgm:prSet/>
      <dgm:spPr/>
      <dgm:t>
        <a:bodyPr/>
        <a:lstStyle/>
        <a:p>
          <a:r>
            <a:rPr lang="en-US"/>
            <a:t>• Enables design decisions</a:t>
          </a:r>
        </a:p>
      </dgm:t>
    </dgm:pt>
    <dgm:pt modelId="{475CBA0A-C416-4FC9-AD52-76A737209308}" type="parTrans" cxnId="{5E6D91AD-C263-4017-8C7A-6DD1A713E820}">
      <dgm:prSet/>
      <dgm:spPr/>
      <dgm:t>
        <a:bodyPr/>
        <a:lstStyle/>
        <a:p>
          <a:endParaRPr lang="en-US"/>
        </a:p>
      </dgm:t>
    </dgm:pt>
    <dgm:pt modelId="{F44AEDC1-40DB-41DB-82A6-12B764D5F3B7}" type="sibTrans" cxnId="{5E6D91AD-C263-4017-8C7A-6DD1A713E820}">
      <dgm:prSet/>
      <dgm:spPr/>
      <dgm:t>
        <a:bodyPr/>
        <a:lstStyle/>
        <a:p>
          <a:endParaRPr lang="en-US"/>
        </a:p>
      </dgm:t>
    </dgm:pt>
    <dgm:pt modelId="{7AE51690-C3CB-4675-A6B0-10169BB7BDC6}" type="pres">
      <dgm:prSet presAssocID="{5E71A6C5-CAE9-4942-AC2A-1AD62E1427EA}" presName="linear" presStyleCnt="0">
        <dgm:presLayoutVars>
          <dgm:animLvl val="lvl"/>
          <dgm:resizeHandles val="exact"/>
        </dgm:presLayoutVars>
      </dgm:prSet>
      <dgm:spPr/>
    </dgm:pt>
    <dgm:pt modelId="{2F6B4F29-9699-4E66-BEB3-DFB68382302B}" type="pres">
      <dgm:prSet presAssocID="{5A8D789C-81C5-416A-A391-7A8C29FCA6E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7E19015-74E7-4143-AE3E-60C4D2021659}" type="pres">
      <dgm:prSet presAssocID="{E81122E9-9D52-4183-AAE5-4F5D5F947FD1}" presName="spacer" presStyleCnt="0"/>
      <dgm:spPr/>
    </dgm:pt>
    <dgm:pt modelId="{22D211B7-9466-48AA-BD14-47B299017207}" type="pres">
      <dgm:prSet presAssocID="{E5A84085-AEB8-4F8D-B5F1-9F7C5AC2033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408C438-A7AA-4A35-8BD0-8973C0CB876F}" type="pres">
      <dgm:prSet presAssocID="{556D334D-40B9-4C0D-9AC6-5E50D3579EDC}" presName="spacer" presStyleCnt="0"/>
      <dgm:spPr/>
    </dgm:pt>
    <dgm:pt modelId="{F9051F98-BAF5-46A7-B443-366FAC54BBF1}" type="pres">
      <dgm:prSet presAssocID="{C84182FB-91CA-494F-945E-F25F87F2D8F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124B368-C514-4427-8B5B-DDC99961AB71}" type="pres">
      <dgm:prSet presAssocID="{9D71B310-FE1A-4292-85E8-99BF91F9B2DA}" presName="spacer" presStyleCnt="0"/>
      <dgm:spPr/>
    </dgm:pt>
    <dgm:pt modelId="{45FD7D70-5F7B-43EA-9FD3-1779757550B8}" type="pres">
      <dgm:prSet presAssocID="{6CA50FBA-DF44-4994-95EB-7359C974358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32066EB-05C5-4BB1-BA14-071A80218B1D}" type="pres">
      <dgm:prSet presAssocID="{BB29DF65-F367-4EA8-9D7A-A7A8DCFF80C8}" presName="spacer" presStyleCnt="0"/>
      <dgm:spPr/>
    </dgm:pt>
    <dgm:pt modelId="{F68DABC7-A6DB-43A4-9AB1-982BC9F7C14A}" type="pres">
      <dgm:prSet presAssocID="{251ACB85-EEDE-4ECA-B1D6-2D71C8105A0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F46DF0D-1D25-4952-850A-4E23E3CE0344}" type="presOf" srcId="{6CA50FBA-DF44-4994-95EB-7359C974358D}" destId="{45FD7D70-5F7B-43EA-9FD3-1779757550B8}" srcOrd="0" destOrd="0" presId="urn:microsoft.com/office/officeart/2005/8/layout/vList2"/>
    <dgm:cxn modelId="{50722412-75F3-4B83-A467-386380DE3E58}" srcId="{5E71A6C5-CAE9-4942-AC2A-1AD62E1427EA}" destId="{E5A84085-AEB8-4F8D-B5F1-9F7C5AC2033C}" srcOrd="1" destOrd="0" parTransId="{661BF1CA-C578-4777-8290-47972BF72C64}" sibTransId="{556D334D-40B9-4C0D-9AC6-5E50D3579EDC}"/>
    <dgm:cxn modelId="{AD54AD37-AD20-440D-8CAA-0CF80221CE59}" srcId="{5E71A6C5-CAE9-4942-AC2A-1AD62E1427EA}" destId="{C84182FB-91CA-494F-945E-F25F87F2D8F6}" srcOrd="2" destOrd="0" parTransId="{E42F9370-3DB5-47A1-BA44-AF13ACA036DF}" sibTransId="{9D71B310-FE1A-4292-85E8-99BF91F9B2DA}"/>
    <dgm:cxn modelId="{B3253F3A-BB4A-4F18-A4E9-AF3A3F3D8B6B}" type="presOf" srcId="{E5A84085-AEB8-4F8D-B5F1-9F7C5AC2033C}" destId="{22D211B7-9466-48AA-BD14-47B299017207}" srcOrd="0" destOrd="0" presId="urn:microsoft.com/office/officeart/2005/8/layout/vList2"/>
    <dgm:cxn modelId="{EAB29270-9962-4587-BAEC-9C4E8BD5C9D3}" srcId="{5E71A6C5-CAE9-4942-AC2A-1AD62E1427EA}" destId="{6CA50FBA-DF44-4994-95EB-7359C974358D}" srcOrd="3" destOrd="0" parTransId="{CE133921-B764-4605-8974-FF11E2C123C8}" sibTransId="{BB29DF65-F367-4EA8-9D7A-A7A8DCFF80C8}"/>
    <dgm:cxn modelId="{0544A354-D72A-44B7-BBDD-0858B830F86F}" type="presOf" srcId="{5E71A6C5-CAE9-4942-AC2A-1AD62E1427EA}" destId="{7AE51690-C3CB-4675-A6B0-10169BB7BDC6}" srcOrd="0" destOrd="0" presId="urn:microsoft.com/office/officeart/2005/8/layout/vList2"/>
    <dgm:cxn modelId="{904B2D89-5E5A-4C58-B28A-C3899971E9C5}" srcId="{5E71A6C5-CAE9-4942-AC2A-1AD62E1427EA}" destId="{5A8D789C-81C5-416A-A391-7A8C29FCA6EC}" srcOrd="0" destOrd="0" parTransId="{FAE8F2C0-FFA0-4DF9-A4E8-6E95DB6DF55F}" sibTransId="{E81122E9-9D52-4183-AAE5-4F5D5F947FD1}"/>
    <dgm:cxn modelId="{0A97CE9F-92ED-4265-9B27-8BBD6DEF9773}" type="presOf" srcId="{C84182FB-91CA-494F-945E-F25F87F2D8F6}" destId="{F9051F98-BAF5-46A7-B443-366FAC54BBF1}" srcOrd="0" destOrd="0" presId="urn:microsoft.com/office/officeart/2005/8/layout/vList2"/>
    <dgm:cxn modelId="{5E6D91AD-C263-4017-8C7A-6DD1A713E820}" srcId="{5E71A6C5-CAE9-4942-AC2A-1AD62E1427EA}" destId="{251ACB85-EEDE-4ECA-B1D6-2D71C8105A0A}" srcOrd="4" destOrd="0" parTransId="{475CBA0A-C416-4FC9-AD52-76A737209308}" sibTransId="{F44AEDC1-40DB-41DB-82A6-12B764D5F3B7}"/>
    <dgm:cxn modelId="{11025CD2-93D7-43B3-9114-2255F7FE7D95}" type="presOf" srcId="{251ACB85-EEDE-4ECA-B1D6-2D71C8105A0A}" destId="{F68DABC7-A6DB-43A4-9AB1-982BC9F7C14A}" srcOrd="0" destOrd="0" presId="urn:microsoft.com/office/officeart/2005/8/layout/vList2"/>
    <dgm:cxn modelId="{A9DEECE3-A942-4F3E-8587-59BC5667AB6A}" type="presOf" srcId="{5A8D789C-81C5-416A-A391-7A8C29FCA6EC}" destId="{2F6B4F29-9699-4E66-BEB3-DFB68382302B}" srcOrd="0" destOrd="0" presId="urn:microsoft.com/office/officeart/2005/8/layout/vList2"/>
    <dgm:cxn modelId="{4BCF290E-BB56-44C5-9F90-BD13E78056F2}" type="presParOf" srcId="{7AE51690-C3CB-4675-A6B0-10169BB7BDC6}" destId="{2F6B4F29-9699-4E66-BEB3-DFB68382302B}" srcOrd="0" destOrd="0" presId="urn:microsoft.com/office/officeart/2005/8/layout/vList2"/>
    <dgm:cxn modelId="{2DE713F0-EF28-4B2D-A4C4-87CC0F6502C1}" type="presParOf" srcId="{7AE51690-C3CB-4675-A6B0-10169BB7BDC6}" destId="{A7E19015-74E7-4143-AE3E-60C4D2021659}" srcOrd="1" destOrd="0" presId="urn:microsoft.com/office/officeart/2005/8/layout/vList2"/>
    <dgm:cxn modelId="{C39E169A-9D5D-4057-B662-7FAD0557E7BC}" type="presParOf" srcId="{7AE51690-C3CB-4675-A6B0-10169BB7BDC6}" destId="{22D211B7-9466-48AA-BD14-47B299017207}" srcOrd="2" destOrd="0" presId="urn:microsoft.com/office/officeart/2005/8/layout/vList2"/>
    <dgm:cxn modelId="{527A6EF2-E2DC-44E4-A1C5-DADD012BA7FD}" type="presParOf" srcId="{7AE51690-C3CB-4675-A6B0-10169BB7BDC6}" destId="{A408C438-A7AA-4A35-8BD0-8973C0CB876F}" srcOrd="3" destOrd="0" presId="urn:microsoft.com/office/officeart/2005/8/layout/vList2"/>
    <dgm:cxn modelId="{1A9153F8-D0F0-438D-8297-47E81EC6D54D}" type="presParOf" srcId="{7AE51690-C3CB-4675-A6B0-10169BB7BDC6}" destId="{F9051F98-BAF5-46A7-B443-366FAC54BBF1}" srcOrd="4" destOrd="0" presId="urn:microsoft.com/office/officeart/2005/8/layout/vList2"/>
    <dgm:cxn modelId="{A232274B-E4CB-4A33-84EF-A8FAFB39E712}" type="presParOf" srcId="{7AE51690-C3CB-4675-A6B0-10169BB7BDC6}" destId="{8124B368-C514-4427-8B5B-DDC99961AB71}" srcOrd="5" destOrd="0" presId="urn:microsoft.com/office/officeart/2005/8/layout/vList2"/>
    <dgm:cxn modelId="{C3C55236-16CA-45F5-AA9F-940F57EE00E3}" type="presParOf" srcId="{7AE51690-C3CB-4675-A6B0-10169BB7BDC6}" destId="{45FD7D70-5F7B-43EA-9FD3-1779757550B8}" srcOrd="6" destOrd="0" presId="urn:microsoft.com/office/officeart/2005/8/layout/vList2"/>
    <dgm:cxn modelId="{E9B2A2FC-41F7-4064-A5E9-E9E866BE4425}" type="presParOf" srcId="{7AE51690-C3CB-4675-A6B0-10169BB7BDC6}" destId="{932066EB-05C5-4BB1-BA14-071A80218B1D}" srcOrd="7" destOrd="0" presId="urn:microsoft.com/office/officeart/2005/8/layout/vList2"/>
    <dgm:cxn modelId="{BF276852-926F-4929-997A-804482A809A8}" type="presParOf" srcId="{7AE51690-C3CB-4675-A6B0-10169BB7BDC6}" destId="{F68DABC7-A6DB-43A4-9AB1-982BC9F7C14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CF097A-6760-4E03-A79A-08526C610FC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EAAF60E-97C3-4792-8A05-485873D73336}">
      <dgm:prSet/>
      <dgm:spPr/>
      <dgm:t>
        <a:bodyPr/>
        <a:lstStyle/>
        <a:p>
          <a:r>
            <a:rPr lang="en-US"/>
            <a:t>• Environmental features matter</a:t>
          </a:r>
        </a:p>
      </dgm:t>
    </dgm:pt>
    <dgm:pt modelId="{42A45AD0-3B9F-4D03-A2EC-A472EE72A62F}" type="parTrans" cxnId="{C44F47A8-EB2D-42B5-A83A-55C05AA48B1D}">
      <dgm:prSet/>
      <dgm:spPr/>
      <dgm:t>
        <a:bodyPr/>
        <a:lstStyle/>
        <a:p>
          <a:endParaRPr lang="en-US"/>
        </a:p>
      </dgm:t>
    </dgm:pt>
    <dgm:pt modelId="{5441D4D5-96C1-4425-9B8B-4B170BC3FD72}" type="sibTrans" cxnId="{C44F47A8-EB2D-42B5-A83A-55C05AA48B1D}">
      <dgm:prSet/>
      <dgm:spPr/>
      <dgm:t>
        <a:bodyPr/>
        <a:lstStyle/>
        <a:p>
          <a:endParaRPr lang="en-US"/>
        </a:p>
      </dgm:t>
    </dgm:pt>
    <dgm:pt modelId="{4DF8E1C7-6671-4702-AE8C-0DC34E8F5548}">
      <dgm:prSet/>
      <dgm:spPr/>
      <dgm:t>
        <a:bodyPr/>
        <a:lstStyle/>
        <a:p>
          <a:r>
            <a:rPr lang="en-US"/>
            <a:t>• Elevation dominates</a:t>
          </a:r>
        </a:p>
      </dgm:t>
    </dgm:pt>
    <dgm:pt modelId="{EC974BD7-943E-4509-A060-90A3981F8C93}" type="parTrans" cxnId="{9A63D18E-2ACF-4E75-B50D-00B96F1772AD}">
      <dgm:prSet/>
      <dgm:spPr/>
      <dgm:t>
        <a:bodyPr/>
        <a:lstStyle/>
        <a:p>
          <a:endParaRPr lang="en-US"/>
        </a:p>
      </dgm:t>
    </dgm:pt>
    <dgm:pt modelId="{00FB65DD-91FA-446C-897B-60737DDB916F}" type="sibTrans" cxnId="{9A63D18E-2ACF-4E75-B50D-00B96F1772AD}">
      <dgm:prSet/>
      <dgm:spPr/>
      <dgm:t>
        <a:bodyPr/>
        <a:lstStyle/>
        <a:p>
          <a:endParaRPr lang="en-US"/>
        </a:p>
      </dgm:t>
    </dgm:pt>
    <dgm:pt modelId="{67C82962-55F1-4980-BF51-62BE6A5A809B}">
      <dgm:prSet/>
      <dgm:spPr/>
      <dgm:t>
        <a:bodyPr/>
        <a:lstStyle/>
        <a:p>
          <a:r>
            <a:rPr lang="en-US"/>
            <a:t>• Valleys + forests maximize arousal</a:t>
          </a:r>
        </a:p>
      </dgm:t>
    </dgm:pt>
    <dgm:pt modelId="{5952EF49-020A-4CAD-9BC6-AE51933C3BB2}" type="parTrans" cxnId="{B6DF8573-8973-42FB-BFED-613BB9F03BDD}">
      <dgm:prSet/>
      <dgm:spPr/>
      <dgm:t>
        <a:bodyPr/>
        <a:lstStyle/>
        <a:p>
          <a:endParaRPr lang="en-US"/>
        </a:p>
      </dgm:t>
    </dgm:pt>
    <dgm:pt modelId="{C1B10EC7-E3AC-4F35-BEBC-AE3B0CE54B6C}" type="sibTrans" cxnId="{B6DF8573-8973-42FB-BFED-613BB9F03BDD}">
      <dgm:prSet/>
      <dgm:spPr/>
      <dgm:t>
        <a:bodyPr/>
        <a:lstStyle/>
        <a:p>
          <a:endParaRPr lang="en-US"/>
        </a:p>
      </dgm:t>
    </dgm:pt>
    <dgm:pt modelId="{9172B107-AD13-4109-8337-6E8F52D265B1}">
      <dgm:prSet/>
      <dgm:spPr/>
      <dgm:t>
        <a:bodyPr/>
        <a:lstStyle/>
        <a:p>
          <a:r>
            <a:rPr lang="en-US"/>
            <a:t>• Need local calibration</a:t>
          </a:r>
        </a:p>
      </dgm:t>
    </dgm:pt>
    <dgm:pt modelId="{DA479A15-D3FF-48A7-B468-F6F477347292}" type="parTrans" cxnId="{0B4E4B78-54A4-4F8C-B07A-1E35C45706BA}">
      <dgm:prSet/>
      <dgm:spPr/>
      <dgm:t>
        <a:bodyPr/>
        <a:lstStyle/>
        <a:p>
          <a:endParaRPr lang="en-US"/>
        </a:p>
      </dgm:t>
    </dgm:pt>
    <dgm:pt modelId="{18AE7503-E670-4BC0-90E6-6F2181CA45D6}" type="sibTrans" cxnId="{0B4E4B78-54A4-4F8C-B07A-1E35C45706BA}">
      <dgm:prSet/>
      <dgm:spPr/>
      <dgm:t>
        <a:bodyPr/>
        <a:lstStyle/>
        <a:p>
          <a:endParaRPr lang="en-US"/>
        </a:p>
      </dgm:t>
    </dgm:pt>
    <dgm:pt modelId="{468B7E1B-4D0D-47C9-A67A-C1D8BD935D25}" type="pres">
      <dgm:prSet presAssocID="{60CF097A-6760-4E03-A79A-08526C610FC9}" presName="linear" presStyleCnt="0">
        <dgm:presLayoutVars>
          <dgm:animLvl val="lvl"/>
          <dgm:resizeHandles val="exact"/>
        </dgm:presLayoutVars>
      </dgm:prSet>
      <dgm:spPr/>
    </dgm:pt>
    <dgm:pt modelId="{5E44185D-3524-4CBA-B11F-B0230487F80D}" type="pres">
      <dgm:prSet presAssocID="{FEAAF60E-97C3-4792-8A05-485873D7333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4650733-292C-43D4-8B40-113544E40B24}" type="pres">
      <dgm:prSet presAssocID="{5441D4D5-96C1-4425-9B8B-4B170BC3FD72}" presName="spacer" presStyleCnt="0"/>
      <dgm:spPr/>
    </dgm:pt>
    <dgm:pt modelId="{C8F2A816-AF05-4118-A7D4-87D3F1DA78C3}" type="pres">
      <dgm:prSet presAssocID="{4DF8E1C7-6671-4702-AE8C-0DC34E8F554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3D021DB-6B1A-47A9-A469-4207E738E95C}" type="pres">
      <dgm:prSet presAssocID="{00FB65DD-91FA-446C-897B-60737DDB916F}" presName="spacer" presStyleCnt="0"/>
      <dgm:spPr/>
    </dgm:pt>
    <dgm:pt modelId="{102190DD-5E20-46BF-8395-A2182502CF7F}" type="pres">
      <dgm:prSet presAssocID="{67C82962-55F1-4980-BF51-62BE6A5A809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550529D-202B-4AB7-98EE-8F92241AD439}" type="pres">
      <dgm:prSet presAssocID="{C1B10EC7-E3AC-4F35-BEBC-AE3B0CE54B6C}" presName="spacer" presStyleCnt="0"/>
      <dgm:spPr/>
    </dgm:pt>
    <dgm:pt modelId="{A0DD0D75-8A7D-45BE-AF7C-F002A1E7B3EF}" type="pres">
      <dgm:prSet presAssocID="{9172B107-AD13-4109-8337-6E8F52D265B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E50DB0F-6EAC-414A-8037-8014424A63E5}" type="presOf" srcId="{60CF097A-6760-4E03-A79A-08526C610FC9}" destId="{468B7E1B-4D0D-47C9-A67A-C1D8BD935D25}" srcOrd="0" destOrd="0" presId="urn:microsoft.com/office/officeart/2005/8/layout/vList2"/>
    <dgm:cxn modelId="{AF351C6D-A075-4E76-B909-B1B7CF7C68AC}" type="presOf" srcId="{67C82962-55F1-4980-BF51-62BE6A5A809B}" destId="{102190DD-5E20-46BF-8395-A2182502CF7F}" srcOrd="0" destOrd="0" presId="urn:microsoft.com/office/officeart/2005/8/layout/vList2"/>
    <dgm:cxn modelId="{B6DF8573-8973-42FB-BFED-613BB9F03BDD}" srcId="{60CF097A-6760-4E03-A79A-08526C610FC9}" destId="{67C82962-55F1-4980-BF51-62BE6A5A809B}" srcOrd="2" destOrd="0" parTransId="{5952EF49-020A-4CAD-9BC6-AE51933C3BB2}" sibTransId="{C1B10EC7-E3AC-4F35-BEBC-AE3B0CE54B6C}"/>
    <dgm:cxn modelId="{0B4E4B78-54A4-4F8C-B07A-1E35C45706BA}" srcId="{60CF097A-6760-4E03-A79A-08526C610FC9}" destId="{9172B107-AD13-4109-8337-6E8F52D265B1}" srcOrd="3" destOrd="0" parTransId="{DA479A15-D3FF-48A7-B468-F6F477347292}" sibTransId="{18AE7503-E670-4BC0-90E6-6F2181CA45D6}"/>
    <dgm:cxn modelId="{D554E48B-A280-4308-A437-646F5EFAA64F}" type="presOf" srcId="{9172B107-AD13-4109-8337-6E8F52D265B1}" destId="{A0DD0D75-8A7D-45BE-AF7C-F002A1E7B3EF}" srcOrd="0" destOrd="0" presId="urn:microsoft.com/office/officeart/2005/8/layout/vList2"/>
    <dgm:cxn modelId="{9A63D18E-2ACF-4E75-B50D-00B96F1772AD}" srcId="{60CF097A-6760-4E03-A79A-08526C610FC9}" destId="{4DF8E1C7-6671-4702-AE8C-0DC34E8F5548}" srcOrd="1" destOrd="0" parTransId="{EC974BD7-943E-4509-A060-90A3981F8C93}" sibTransId="{00FB65DD-91FA-446C-897B-60737DDB916F}"/>
    <dgm:cxn modelId="{C44F47A8-EB2D-42B5-A83A-55C05AA48B1D}" srcId="{60CF097A-6760-4E03-A79A-08526C610FC9}" destId="{FEAAF60E-97C3-4792-8A05-485873D73336}" srcOrd="0" destOrd="0" parTransId="{42A45AD0-3B9F-4D03-A2EC-A472EE72A62F}" sibTransId="{5441D4D5-96C1-4425-9B8B-4B170BC3FD72}"/>
    <dgm:cxn modelId="{3C9502D9-4CFE-424E-BC7D-06A0F021CFF6}" type="presOf" srcId="{4DF8E1C7-6671-4702-AE8C-0DC34E8F5548}" destId="{C8F2A816-AF05-4118-A7D4-87D3F1DA78C3}" srcOrd="0" destOrd="0" presId="urn:microsoft.com/office/officeart/2005/8/layout/vList2"/>
    <dgm:cxn modelId="{CAD77DD9-772D-4F6E-AD7D-AC7D96CE54F9}" type="presOf" srcId="{FEAAF60E-97C3-4792-8A05-485873D73336}" destId="{5E44185D-3524-4CBA-B11F-B0230487F80D}" srcOrd="0" destOrd="0" presId="urn:microsoft.com/office/officeart/2005/8/layout/vList2"/>
    <dgm:cxn modelId="{EE9A61AC-9AF9-401B-A509-5E33851E46CB}" type="presParOf" srcId="{468B7E1B-4D0D-47C9-A67A-C1D8BD935D25}" destId="{5E44185D-3524-4CBA-B11F-B0230487F80D}" srcOrd="0" destOrd="0" presId="urn:microsoft.com/office/officeart/2005/8/layout/vList2"/>
    <dgm:cxn modelId="{CA8DE747-39AA-4DF5-9287-7F4E5A93075B}" type="presParOf" srcId="{468B7E1B-4D0D-47C9-A67A-C1D8BD935D25}" destId="{E4650733-292C-43D4-8B40-113544E40B24}" srcOrd="1" destOrd="0" presId="urn:microsoft.com/office/officeart/2005/8/layout/vList2"/>
    <dgm:cxn modelId="{A0EBD111-45F3-4798-8F27-53749F2E0C1F}" type="presParOf" srcId="{468B7E1B-4D0D-47C9-A67A-C1D8BD935D25}" destId="{C8F2A816-AF05-4118-A7D4-87D3F1DA78C3}" srcOrd="2" destOrd="0" presId="urn:microsoft.com/office/officeart/2005/8/layout/vList2"/>
    <dgm:cxn modelId="{84042FB6-F931-4D45-A8E2-BB10CF259AF6}" type="presParOf" srcId="{468B7E1B-4D0D-47C9-A67A-C1D8BD935D25}" destId="{13D021DB-6B1A-47A9-A469-4207E738E95C}" srcOrd="3" destOrd="0" presId="urn:microsoft.com/office/officeart/2005/8/layout/vList2"/>
    <dgm:cxn modelId="{4FFDFB48-728D-4E2A-9BA3-645AF02994CA}" type="presParOf" srcId="{468B7E1B-4D0D-47C9-A67A-C1D8BD935D25}" destId="{102190DD-5E20-46BF-8395-A2182502CF7F}" srcOrd="4" destOrd="0" presId="urn:microsoft.com/office/officeart/2005/8/layout/vList2"/>
    <dgm:cxn modelId="{9C91E096-5FAA-4A91-BCB0-333ED3340DB6}" type="presParOf" srcId="{468B7E1B-4D0D-47C9-A67A-C1D8BD935D25}" destId="{4550529D-202B-4AB7-98EE-8F92241AD439}" srcOrd="5" destOrd="0" presId="urn:microsoft.com/office/officeart/2005/8/layout/vList2"/>
    <dgm:cxn modelId="{2EF2B6C1-289D-4DD7-BDAB-319343B08249}" type="presParOf" srcId="{468B7E1B-4D0D-47C9-A67A-C1D8BD935D25}" destId="{A0DD0D75-8A7D-45BE-AF7C-F002A1E7B3E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383937-F43F-422D-BE66-59E9DFF2158D}">
      <dsp:nvSpPr>
        <dsp:cNvPr id="0" name=""/>
        <dsp:cNvSpPr/>
      </dsp:nvSpPr>
      <dsp:spPr>
        <a:xfrm>
          <a:off x="0" y="812857"/>
          <a:ext cx="3621129" cy="9547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Goal: predict visitor arousal from environment</a:t>
          </a:r>
        </a:p>
      </dsp:txBody>
      <dsp:txXfrm>
        <a:off x="46606" y="859463"/>
        <a:ext cx="3527917" cy="861507"/>
      </dsp:txXfrm>
    </dsp:sp>
    <dsp:sp modelId="{B230F696-52B9-479F-A8E2-F1936DD3B255}">
      <dsp:nvSpPr>
        <dsp:cNvPr id="0" name=""/>
        <dsp:cNvSpPr/>
      </dsp:nvSpPr>
      <dsp:spPr>
        <a:xfrm>
          <a:off x="0" y="1836697"/>
          <a:ext cx="3621129" cy="954719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Enable 'what‑if' landscape design</a:t>
          </a:r>
        </a:p>
      </dsp:txBody>
      <dsp:txXfrm>
        <a:off x="46606" y="1883303"/>
        <a:ext cx="3527917" cy="861507"/>
      </dsp:txXfrm>
    </dsp:sp>
    <dsp:sp modelId="{50EFFBB5-2C9F-47D2-8AEF-2A67EA39F8EB}">
      <dsp:nvSpPr>
        <dsp:cNvPr id="0" name=""/>
        <dsp:cNvSpPr/>
      </dsp:nvSpPr>
      <dsp:spPr>
        <a:xfrm>
          <a:off x="0" y="2860537"/>
          <a:ext cx="3621129" cy="954719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4 forts, 155 participants, 417k observations</a:t>
          </a:r>
        </a:p>
      </dsp:txBody>
      <dsp:txXfrm>
        <a:off x="46606" y="2907143"/>
        <a:ext cx="3527917" cy="861507"/>
      </dsp:txXfrm>
    </dsp:sp>
    <dsp:sp modelId="{0A1CC6DA-7BE5-48A0-ADC4-293788B0B0BB}">
      <dsp:nvSpPr>
        <dsp:cNvPr id="0" name=""/>
        <dsp:cNvSpPr/>
      </dsp:nvSpPr>
      <dsp:spPr>
        <a:xfrm>
          <a:off x="0" y="3884377"/>
          <a:ext cx="3621129" cy="95471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Target: phasic_z (arousal)</a:t>
          </a:r>
        </a:p>
      </dsp:txBody>
      <dsp:txXfrm>
        <a:off x="46606" y="3930983"/>
        <a:ext cx="3527917" cy="8615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474895-D099-4191-A3CA-DBC0423FD633}">
      <dsp:nvSpPr>
        <dsp:cNvPr id="0" name=""/>
        <dsp:cNvSpPr/>
      </dsp:nvSpPr>
      <dsp:spPr>
        <a:xfrm>
          <a:off x="0" y="225697"/>
          <a:ext cx="3621129" cy="12331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GPS-only R² = -0.057</a:t>
          </a:r>
        </a:p>
      </dsp:txBody>
      <dsp:txXfrm>
        <a:off x="60199" y="285896"/>
        <a:ext cx="3500731" cy="1112781"/>
      </dsp:txXfrm>
    </dsp:sp>
    <dsp:sp modelId="{88D20FEF-C847-4287-850A-A168D8928B59}">
      <dsp:nvSpPr>
        <dsp:cNvPr id="0" name=""/>
        <dsp:cNvSpPr/>
      </dsp:nvSpPr>
      <dsp:spPr>
        <a:xfrm>
          <a:off x="0" y="1548157"/>
          <a:ext cx="3621129" cy="1233179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Memorizes locations</a:t>
          </a:r>
        </a:p>
      </dsp:txBody>
      <dsp:txXfrm>
        <a:off x="60199" y="1608356"/>
        <a:ext cx="3500731" cy="1112781"/>
      </dsp:txXfrm>
    </dsp:sp>
    <dsp:sp modelId="{D2242F64-FD61-4B4D-9E64-E794A390B893}">
      <dsp:nvSpPr>
        <dsp:cNvPr id="0" name=""/>
        <dsp:cNvSpPr/>
      </dsp:nvSpPr>
      <dsp:spPr>
        <a:xfrm>
          <a:off x="0" y="2870617"/>
          <a:ext cx="3621129" cy="1233179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Doesn't generalize to new visitors</a:t>
          </a:r>
        </a:p>
      </dsp:txBody>
      <dsp:txXfrm>
        <a:off x="60199" y="2930816"/>
        <a:ext cx="3500731" cy="1112781"/>
      </dsp:txXfrm>
    </dsp:sp>
    <dsp:sp modelId="{07501BAB-AA38-440E-81AE-B7F69F969B31}">
      <dsp:nvSpPr>
        <dsp:cNvPr id="0" name=""/>
        <dsp:cNvSpPr/>
      </dsp:nvSpPr>
      <dsp:spPr>
        <a:xfrm>
          <a:off x="0" y="4193077"/>
          <a:ext cx="3621129" cy="123317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Same spot ≠ same feeling</a:t>
          </a:r>
        </a:p>
      </dsp:txBody>
      <dsp:txXfrm>
        <a:off x="60199" y="4253276"/>
        <a:ext cx="3500731" cy="11127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0569CC-76DC-4BAD-B79C-0AA086D8773A}">
      <dsp:nvSpPr>
        <dsp:cNvPr id="0" name=""/>
        <dsp:cNvSpPr/>
      </dsp:nvSpPr>
      <dsp:spPr>
        <a:xfrm>
          <a:off x="0" y="57937"/>
          <a:ext cx="3621129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NL model R² = +0.156</a:t>
          </a:r>
        </a:p>
      </dsp:txBody>
      <dsp:txXfrm>
        <a:off x="64083" y="122020"/>
        <a:ext cx="3492963" cy="1184574"/>
      </dsp:txXfrm>
    </dsp:sp>
    <dsp:sp modelId="{61FEF1F2-1AA1-4836-9EB2-74CB4EF82643}">
      <dsp:nvSpPr>
        <dsp:cNvPr id="0" name=""/>
        <dsp:cNvSpPr/>
      </dsp:nvSpPr>
      <dsp:spPr>
        <a:xfrm>
          <a:off x="0" y="1465717"/>
          <a:ext cx="3621129" cy="13127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BE model R² = +0.033</a:t>
          </a:r>
        </a:p>
      </dsp:txBody>
      <dsp:txXfrm>
        <a:off x="64083" y="1529800"/>
        <a:ext cx="3492963" cy="1184574"/>
      </dsp:txXfrm>
    </dsp:sp>
    <dsp:sp modelId="{8FF305DF-4119-4E78-ABAA-92BACD45C679}">
      <dsp:nvSpPr>
        <dsp:cNvPr id="0" name=""/>
        <dsp:cNvSpPr/>
      </dsp:nvSpPr>
      <dsp:spPr>
        <a:xfrm>
          <a:off x="0" y="2873497"/>
          <a:ext cx="3621129" cy="13127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Elevation explains 56–88%</a:t>
          </a:r>
        </a:p>
      </dsp:txBody>
      <dsp:txXfrm>
        <a:off x="64083" y="2937580"/>
        <a:ext cx="3492963" cy="1184574"/>
      </dsp:txXfrm>
    </dsp:sp>
    <dsp:sp modelId="{2565F63C-8FBB-4824-B14B-AD3EDB844179}">
      <dsp:nvSpPr>
        <dsp:cNvPr id="0" name=""/>
        <dsp:cNvSpPr/>
      </dsp:nvSpPr>
      <dsp:spPr>
        <a:xfrm>
          <a:off x="0" y="4281277"/>
          <a:ext cx="3621129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Models are site-specific</a:t>
          </a:r>
        </a:p>
      </dsp:txBody>
      <dsp:txXfrm>
        <a:off x="64083" y="4345360"/>
        <a:ext cx="3492963" cy="11845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6B4F29-9699-4E66-BEB3-DFB68382302B}">
      <dsp:nvSpPr>
        <dsp:cNvPr id="0" name=""/>
        <dsp:cNvSpPr/>
      </dsp:nvSpPr>
      <dsp:spPr>
        <a:xfrm>
          <a:off x="0" y="90517"/>
          <a:ext cx="3621129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Valley terrain: +46% arousal</a:t>
          </a:r>
        </a:p>
      </dsp:txBody>
      <dsp:txXfrm>
        <a:off x="50489" y="141006"/>
        <a:ext cx="3520151" cy="933302"/>
      </dsp:txXfrm>
    </dsp:sp>
    <dsp:sp modelId="{22D211B7-9466-48AA-BD14-47B299017207}">
      <dsp:nvSpPr>
        <dsp:cNvPr id="0" name=""/>
        <dsp:cNvSpPr/>
      </dsp:nvSpPr>
      <dsp:spPr>
        <a:xfrm>
          <a:off x="0" y="1199677"/>
          <a:ext cx="3621129" cy="103428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Trees: +32%</a:t>
          </a:r>
        </a:p>
      </dsp:txBody>
      <dsp:txXfrm>
        <a:off x="50489" y="1250166"/>
        <a:ext cx="3520151" cy="933302"/>
      </dsp:txXfrm>
    </dsp:sp>
    <dsp:sp modelId="{F9051F98-BAF5-46A7-B443-366FAC54BBF1}">
      <dsp:nvSpPr>
        <dsp:cNvPr id="0" name=""/>
        <dsp:cNvSpPr/>
      </dsp:nvSpPr>
      <dsp:spPr>
        <a:xfrm>
          <a:off x="0" y="2308837"/>
          <a:ext cx="3621129" cy="10342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Water: +31%</a:t>
          </a:r>
        </a:p>
      </dsp:txBody>
      <dsp:txXfrm>
        <a:off x="50489" y="2359326"/>
        <a:ext cx="3520151" cy="933302"/>
      </dsp:txXfrm>
    </dsp:sp>
    <dsp:sp modelId="{45FD7D70-5F7B-43EA-9FD3-1779757550B8}">
      <dsp:nvSpPr>
        <dsp:cNvPr id="0" name=""/>
        <dsp:cNvSpPr/>
      </dsp:nvSpPr>
      <dsp:spPr>
        <a:xfrm>
          <a:off x="0" y="3417997"/>
          <a:ext cx="3621129" cy="103428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Hills: −34%</a:t>
          </a:r>
        </a:p>
      </dsp:txBody>
      <dsp:txXfrm>
        <a:off x="50489" y="3468486"/>
        <a:ext cx="3520151" cy="933302"/>
      </dsp:txXfrm>
    </dsp:sp>
    <dsp:sp modelId="{F68DABC7-A6DB-43A4-9AB1-982BC9F7C14A}">
      <dsp:nvSpPr>
        <dsp:cNvPr id="0" name=""/>
        <dsp:cNvSpPr/>
      </dsp:nvSpPr>
      <dsp:spPr>
        <a:xfrm>
          <a:off x="0" y="4527157"/>
          <a:ext cx="3621129" cy="10342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Enables design decisions</a:t>
          </a:r>
        </a:p>
      </dsp:txBody>
      <dsp:txXfrm>
        <a:off x="50489" y="4577646"/>
        <a:ext cx="3520151" cy="9333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44185D-3524-4CBA-B11F-B0230487F80D}">
      <dsp:nvSpPr>
        <dsp:cNvPr id="0" name=""/>
        <dsp:cNvSpPr/>
      </dsp:nvSpPr>
      <dsp:spPr>
        <a:xfrm>
          <a:off x="0" y="57937"/>
          <a:ext cx="3621129" cy="13127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Environmental features matter</a:t>
          </a:r>
        </a:p>
      </dsp:txBody>
      <dsp:txXfrm>
        <a:off x="64083" y="122020"/>
        <a:ext cx="3492963" cy="1184574"/>
      </dsp:txXfrm>
    </dsp:sp>
    <dsp:sp modelId="{C8F2A816-AF05-4118-A7D4-87D3F1DA78C3}">
      <dsp:nvSpPr>
        <dsp:cNvPr id="0" name=""/>
        <dsp:cNvSpPr/>
      </dsp:nvSpPr>
      <dsp:spPr>
        <a:xfrm>
          <a:off x="0" y="1465717"/>
          <a:ext cx="3621129" cy="131274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Elevation dominates</a:t>
          </a:r>
        </a:p>
      </dsp:txBody>
      <dsp:txXfrm>
        <a:off x="64083" y="1529800"/>
        <a:ext cx="3492963" cy="1184574"/>
      </dsp:txXfrm>
    </dsp:sp>
    <dsp:sp modelId="{102190DD-5E20-46BF-8395-A2182502CF7F}">
      <dsp:nvSpPr>
        <dsp:cNvPr id="0" name=""/>
        <dsp:cNvSpPr/>
      </dsp:nvSpPr>
      <dsp:spPr>
        <a:xfrm>
          <a:off x="0" y="2873497"/>
          <a:ext cx="3621129" cy="131274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Valleys + forests maximize arousal</a:t>
          </a:r>
        </a:p>
      </dsp:txBody>
      <dsp:txXfrm>
        <a:off x="64083" y="2937580"/>
        <a:ext cx="3492963" cy="1184574"/>
      </dsp:txXfrm>
    </dsp:sp>
    <dsp:sp modelId="{A0DD0D75-8A7D-45BE-AF7C-F002A1E7B3EF}">
      <dsp:nvSpPr>
        <dsp:cNvPr id="0" name=""/>
        <dsp:cNvSpPr/>
      </dsp:nvSpPr>
      <dsp:spPr>
        <a:xfrm>
          <a:off x="0" y="4281277"/>
          <a:ext cx="3621129" cy="131274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Need local calibration</a:t>
          </a:r>
        </a:p>
      </dsp:txBody>
      <dsp:txXfrm>
        <a:off x="64083" y="4345360"/>
        <a:ext cx="3492963" cy="11845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Predicting Emotional Arousal from Landscapes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17E530-29A6-0E0B-704C-49BC03E4CE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5084295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nl-NL" sz="4200">
                <a:solidFill>
                  <a:schemeClr val="bg1"/>
                </a:solidFill>
              </a:rPr>
              <a:t>GPS Alone Fails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827481-0915-71AA-A837-A3B2F0801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7491162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nl-NL" sz="4200">
                <a:solidFill>
                  <a:schemeClr val="bg1"/>
                </a:solidFill>
              </a:rPr>
              <a:t>Environmental Model Works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C58F05-64DF-A53F-F5C6-E0121B4487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9518595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nl-NL" sz="4200">
                <a:solidFill>
                  <a:schemeClr val="bg1"/>
                </a:solidFill>
              </a:rPr>
              <a:t>What‑If Simulation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1D0C2D-3892-C083-A09F-8FA680C4B6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0711106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nl-NL" sz="4200">
                <a:solidFill>
                  <a:schemeClr val="bg1"/>
                </a:solidFill>
              </a:rPr>
              <a:t>Conclusions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62C4FA-6019-0AFF-BD17-34F324BF62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3430507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141</Words>
  <Application>Microsoft Office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Predicting Emotional Arousal from Landscapes</vt:lpstr>
      <vt:lpstr>GPS Alone Fails</vt:lpstr>
      <vt:lpstr>Environmental Model Works</vt:lpstr>
      <vt:lpstr>What‑If Simulation</vt:lpstr>
      <vt:lpstr>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Emotional Arousal from Landscapes</dc:title>
  <dc:subject/>
  <dc:creator/>
  <cp:keywords/>
  <dc:description>generated using python-pptx</dc:description>
  <cp:lastModifiedBy>Baardewijk, Laurens van (243263)</cp:lastModifiedBy>
  <cp:revision>2</cp:revision>
  <dcterms:created xsi:type="dcterms:W3CDTF">2013-01-27T09:14:16Z</dcterms:created>
  <dcterms:modified xsi:type="dcterms:W3CDTF">2026-01-30T10:17:52Z</dcterms:modified>
  <cp:category/>
</cp:coreProperties>
</file>