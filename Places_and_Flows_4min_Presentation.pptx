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23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9D7D062-6DBD-40A6-BD70-4EAD0602FDDC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B16056FD-EA4C-4FA0-9646-9D8AF0706726}">
      <dgm:prSet/>
      <dgm:spPr/>
      <dgm:t>
        <a:bodyPr/>
        <a:lstStyle/>
        <a:p>
          <a:r>
            <a:rPr lang="en-US"/>
            <a:t>Goal: predict visitor emotional arousal from environment</a:t>
          </a:r>
        </a:p>
      </dgm:t>
    </dgm:pt>
    <dgm:pt modelId="{B8F0C082-4AEC-4638-AABE-7731B8139154}" type="parTrans" cxnId="{94D7D5F8-2C7B-4ABB-9562-88AA60198AF3}">
      <dgm:prSet/>
      <dgm:spPr/>
      <dgm:t>
        <a:bodyPr/>
        <a:lstStyle/>
        <a:p>
          <a:endParaRPr lang="en-US"/>
        </a:p>
      </dgm:t>
    </dgm:pt>
    <dgm:pt modelId="{6F1A7617-6E0A-40D8-88BF-0B457AD6930C}" type="sibTrans" cxnId="{94D7D5F8-2C7B-4ABB-9562-88AA60198AF3}">
      <dgm:prSet/>
      <dgm:spPr/>
      <dgm:t>
        <a:bodyPr/>
        <a:lstStyle/>
        <a:p>
          <a:endParaRPr lang="en-US"/>
        </a:p>
      </dgm:t>
    </dgm:pt>
    <dgm:pt modelId="{0C4536F9-9498-46E6-8AC0-8DAD82033EF9}">
      <dgm:prSet/>
      <dgm:spPr/>
      <dgm:t>
        <a:bodyPr/>
        <a:lstStyle/>
        <a:p>
          <a:r>
            <a:rPr lang="en-US"/>
            <a:t>Must generalize to future visitors</a:t>
          </a:r>
        </a:p>
      </dgm:t>
    </dgm:pt>
    <dgm:pt modelId="{B848838E-67DC-4FCB-B638-D97B5AECE7B7}" type="parTrans" cxnId="{CEE35841-67A1-42D6-AAE2-385FF35C6802}">
      <dgm:prSet/>
      <dgm:spPr/>
      <dgm:t>
        <a:bodyPr/>
        <a:lstStyle/>
        <a:p>
          <a:endParaRPr lang="en-US"/>
        </a:p>
      </dgm:t>
    </dgm:pt>
    <dgm:pt modelId="{E41225E4-4A38-4E3D-94B3-03321C670476}" type="sibTrans" cxnId="{CEE35841-67A1-42D6-AAE2-385FF35C6802}">
      <dgm:prSet/>
      <dgm:spPr/>
      <dgm:t>
        <a:bodyPr/>
        <a:lstStyle/>
        <a:p>
          <a:endParaRPr lang="en-US"/>
        </a:p>
      </dgm:t>
    </dgm:pt>
    <dgm:pt modelId="{AD742967-40BC-4BB5-BF23-6540954FEAB8}">
      <dgm:prSet/>
      <dgm:spPr/>
      <dgm:t>
        <a:bodyPr/>
        <a:lstStyle/>
        <a:p>
          <a:r>
            <a:rPr lang="en-US"/>
            <a:t>Supports landscape editing &amp; planning</a:t>
          </a:r>
        </a:p>
      </dgm:t>
    </dgm:pt>
    <dgm:pt modelId="{EDBB158A-1F48-4CC3-8DEA-D060CD5E1D19}" type="parTrans" cxnId="{889F5944-AA96-49E3-BAAA-5DD0179220EF}">
      <dgm:prSet/>
      <dgm:spPr/>
      <dgm:t>
        <a:bodyPr/>
        <a:lstStyle/>
        <a:p>
          <a:endParaRPr lang="en-US"/>
        </a:p>
      </dgm:t>
    </dgm:pt>
    <dgm:pt modelId="{E61F9FB5-04F5-4237-B0BA-5BC339C77A93}" type="sibTrans" cxnId="{889F5944-AA96-49E3-BAAA-5DD0179220EF}">
      <dgm:prSet/>
      <dgm:spPr/>
      <dgm:t>
        <a:bodyPr/>
        <a:lstStyle/>
        <a:p>
          <a:endParaRPr lang="en-US"/>
        </a:p>
      </dgm:t>
    </dgm:pt>
    <dgm:pt modelId="{7E3DC896-2AFB-4A69-807A-0AE04E183501}">
      <dgm:prSet/>
      <dgm:spPr/>
      <dgm:t>
        <a:bodyPr/>
        <a:lstStyle/>
        <a:p>
          <a:r>
            <a:rPr lang="en-US"/>
            <a:t>Case study: historical forts</a:t>
          </a:r>
        </a:p>
      </dgm:t>
    </dgm:pt>
    <dgm:pt modelId="{84D47337-66CB-498B-90D9-24BB2481496D}" type="parTrans" cxnId="{E9386035-3A7E-409B-9D06-C094A115394F}">
      <dgm:prSet/>
      <dgm:spPr/>
      <dgm:t>
        <a:bodyPr/>
        <a:lstStyle/>
        <a:p>
          <a:endParaRPr lang="en-US"/>
        </a:p>
      </dgm:t>
    </dgm:pt>
    <dgm:pt modelId="{F17DAE8F-CA84-4281-B317-3F8CF21F52C4}" type="sibTrans" cxnId="{E9386035-3A7E-409B-9D06-C094A115394F}">
      <dgm:prSet/>
      <dgm:spPr/>
      <dgm:t>
        <a:bodyPr/>
        <a:lstStyle/>
        <a:p>
          <a:endParaRPr lang="en-US"/>
        </a:p>
      </dgm:t>
    </dgm:pt>
    <dgm:pt modelId="{1511A2C9-3227-4740-A1AA-DA390091D8A3}" type="pres">
      <dgm:prSet presAssocID="{89D7D062-6DBD-40A6-BD70-4EAD0602FDDC}" presName="matrix" presStyleCnt="0">
        <dgm:presLayoutVars>
          <dgm:chMax val="1"/>
          <dgm:dir/>
          <dgm:resizeHandles val="exact"/>
        </dgm:presLayoutVars>
      </dgm:prSet>
      <dgm:spPr/>
    </dgm:pt>
    <dgm:pt modelId="{1DC6680E-4886-4A4C-9D74-EA2609C4C37C}" type="pres">
      <dgm:prSet presAssocID="{89D7D062-6DBD-40A6-BD70-4EAD0602FDDC}" presName="diamond" presStyleLbl="bgShp" presStyleIdx="0" presStyleCnt="1"/>
      <dgm:spPr/>
    </dgm:pt>
    <dgm:pt modelId="{9DD0C5B6-345E-46F9-B98C-80F2C19B55DB}" type="pres">
      <dgm:prSet presAssocID="{89D7D062-6DBD-40A6-BD70-4EAD0602FDDC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6B28A27B-A2D1-49CB-938D-E58EDDB42DFC}" type="pres">
      <dgm:prSet presAssocID="{89D7D062-6DBD-40A6-BD70-4EAD0602FDDC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4F4B8415-6A5D-4254-906B-D25C4404BF1D}" type="pres">
      <dgm:prSet presAssocID="{89D7D062-6DBD-40A6-BD70-4EAD0602FDDC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355F1789-E36D-4492-BC83-0F8A97B6AE1C}" type="pres">
      <dgm:prSet presAssocID="{89D7D062-6DBD-40A6-BD70-4EAD0602FDDC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0654F003-8636-4859-AD2F-C97243E4B497}" type="presOf" srcId="{7E3DC896-2AFB-4A69-807A-0AE04E183501}" destId="{355F1789-E36D-4492-BC83-0F8A97B6AE1C}" srcOrd="0" destOrd="0" presId="urn:microsoft.com/office/officeart/2005/8/layout/matrix3"/>
    <dgm:cxn modelId="{A8663323-F96E-4365-8E21-BA54083D3DDE}" type="presOf" srcId="{B16056FD-EA4C-4FA0-9646-9D8AF0706726}" destId="{9DD0C5B6-345E-46F9-B98C-80F2C19B55DB}" srcOrd="0" destOrd="0" presId="urn:microsoft.com/office/officeart/2005/8/layout/matrix3"/>
    <dgm:cxn modelId="{E9386035-3A7E-409B-9D06-C094A115394F}" srcId="{89D7D062-6DBD-40A6-BD70-4EAD0602FDDC}" destId="{7E3DC896-2AFB-4A69-807A-0AE04E183501}" srcOrd="3" destOrd="0" parTransId="{84D47337-66CB-498B-90D9-24BB2481496D}" sibTransId="{F17DAE8F-CA84-4281-B317-3F8CF21F52C4}"/>
    <dgm:cxn modelId="{CEE35841-67A1-42D6-AAE2-385FF35C6802}" srcId="{89D7D062-6DBD-40A6-BD70-4EAD0602FDDC}" destId="{0C4536F9-9498-46E6-8AC0-8DAD82033EF9}" srcOrd="1" destOrd="0" parTransId="{B848838E-67DC-4FCB-B638-D97B5AECE7B7}" sibTransId="{E41225E4-4A38-4E3D-94B3-03321C670476}"/>
    <dgm:cxn modelId="{889F5944-AA96-49E3-BAAA-5DD0179220EF}" srcId="{89D7D062-6DBD-40A6-BD70-4EAD0602FDDC}" destId="{AD742967-40BC-4BB5-BF23-6540954FEAB8}" srcOrd="2" destOrd="0" parTransId="{EDBB158A-1F48-4CC3-8DEA-D060CD5E1D19}" sibTransId="{E61F9FB5-04F5-4237-B0BA-5BC339C77A93}"/>
    <dgm:cxn modelId="{891A57C0-5161-4534-BB52-BE8CD00B4AAE}" type="presOf" srcId="{AD742967-40BC-4BB5-BF23-6540954FEAB8}" destId="{4F4B8415-6A5D-4254-906B-D25C4404BF1D}" srcOrd="0" destOrd="0" presId="urn:microsoft.com/office/officeart/2005/8/layout/matrix3"/>
    <dgm:cxn modelId="{59196FD9-B2E5-45BF-A954-4FF806FC8CF8}" type="presOf" srcId="{89D7D062-6DBD-40A6-BD70-4EAD0602FDDC}" destId="{1511A2C9-3227-4740-A1AA-DA390091D8A3}" srcOrd="0" destOrd="0" presId="urn:microsoft.com/office/officeart/2005/8/layout/matrix3"/>
    <dgm:cxn modelId="{156758E3-275E-48A0-AE63-3BC6E516A582}" type="presOf" srcId="{0C4536F9-9498-46E6-8AC0-8DAD82033EF9}" destId="{6B28A27B-A2D1-49CB-938D-E58EDDB42DFC}" srcOrd="0" destOrd="0" presId="urn:microsoft.com/office/officeart/2005/8/layout/matrix3"/>
    <dgm:cxn modelId="{94D7D5F8-2C7B-4ABB-9562-88AA60198AF3}" srcId="{89D7D062-6DBD-40A6-BD70-4EAD0602FDDC}" destId="{B16056FD-EA4C-4FA0-9646-9D8AF0706726}" srcOrd="0" destOrd="0" parTransId="{B8F0C082-4AEC-4638-AABE-7731B8139154}" sibTransId="{6F1A7617-6E0A-40D8-88BF-0B457AD6930C}"/>
    <dgm:cxn modelId="{6ED0CA48-D26B-400D-BF65-118C05E2A8F3}" type="presParOf" srcId="{1511A2C9-3227-4740-A1AA-DA390091D8A3}" destId="{1DC6680E-4886-4A4C-9D74-EA2609C4C37C}" srcOrd="0" destOrd="0" presId="urn:microsoft.com/office/officeart/2005/8/layout/matrix3"/>
    <dgm:cxn modelId="{DC4488EB-68A9-47B5-8E2F-95864B058F78}" type="presParOf" srcId="{1511A2C9-3227-4740-A1AA-DA390091D8A3}" destId="{9DD0C5B6-345E-46F9-B98C-80F2C19B55DB}" srcOrd="1" destOrd="0" presId="urn:microsoft.com/office/officeart/2005/8/layout/matrix3"/>
    <dgm:cxn modelId="{908660B4-4944-4AB5-B968-A08880F9B5B6}" type="presParOf" srcId="{1511A2C9-3227-4740-A1AA-DA390091D8A3}" destId="{6B28A27B-A2D1-49CB-938D-E58EDDB42DFC}" srcOrd="2" destOrd="0" presId="urn:microsoft.com/office/officeart/2005/8/layout/matrix3"/>
    <dgm:cxn modelId="{B5B026DC-ECE8-448D-A4D2-4673C222516F}" type="presParOf" srcId="{1511A2C9-3227-4740-A1AA-DA390091D8A3}" destId="{4F4B8415-6A5D-4254-906B-D25C4404BF1D}" srcOrd="3" destOrd="0" presId="urn:microsoft.com/office/officeart/2005/8/layout/matrix3"/>
    <dgm:cxn modelId="{8DE60BB2-1BA8-49B0-8306-61F69872D5DD}" type="presParOf" srcId="{1511A2C9-3227-4740-A1AA-DA390091D8A3}" destId="{355F1789-E36D-4492-BC83-0F8A97B6AE1C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EBC097F-113C-448D-992F-A95B115A9AF5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445E7682-B125-49E4-B1A4-B0420329E27E}">
      <dgm:prSet/>
      <dgm:spPr/>
      <dgm:t>
        <a:bodyPr/>
        <a:lstStyle/>
        <a:p>
          <a:r>
            <a:rPr lang="en-US"/>
            <a:t>GPS-only model R² = -0.057</a:t>
          </a:r>
        </a:p>
      </dgm:t>
    </dgm:pt>
    <dgm:pt modelId="{A576F233-4BF3-4C2B-A65A-5E4763376E73}" type="parTrans" cxnId="{1EA41B6D-F0E0-4070-8C2C-021C848DC139}">
      <dgm:prSet/>
      <dgm:spPr/>
      <dgm:t>
        <a:bodyPr/>
        <a:lstStyle/>
        <a:p>
          <a:endParaRPr lang="en-US"/>
        </a:p>
      </dgm:t>
    </dgm:pt>
    <dgm:pt modelId="{5D22F21E-9037-4735-A9B8-6D23125EDDFC}" type="sibTrans" cxnId="{1EA41B6D-F0E0-4070-8C2C-021C848DC139}">
      <dgm:prSet/>
      <dgm:spPr/>
      <dgm:t>
        <a:bodyPr/>
        <a:lstStyle/>
        <a:p>
          <a:endParaRPr lang="en-US"/>
        </a:p>
      </dgm:t>
    </dgm:pt>
    <dgm:pt modelId="{4B84D950-5973-4F0A-B884-8CA9BA810292}">
      <dgm:prSet/>
      <dgm:spPr/>
      <dgm:t>
        <a:bodyPr/>
        <a:lstStyle/>
        <a:p>
          <a:r>
            <a:rPr lang="en-US"/>
            <a:t>Memorizes locations, not patterns</a:t>
          </a:r>
        </a:p>
      </dgm:t>
    </dgm:pt>
    <dgm:pt modelId="{53C51662-13C4-4C61-AB60-14AAC1AE85E0}" type="parTrans" cxnId="{A5CEDD20-91E3-46DA-BD8A-A9BBB05E32F8}">
      <dgm:prSet/>
      <dgm:spPr/>
      <dgm:t>
        <a:bodyPr/>
        <a:lstStyle/>
        <a:p>
          <a:endParaRPr lang="en-US"/>
        </a:p>
      </dgm:t>
    </dgm:pt>
    <dgm:pt modelId="{01C45B78-7B62-4267-BF38-557EABD26233}" type="sibTrans" cxnId="{A5CEDD20-91E3-46DA-BD8A-A9BBB05E32F8}">
      <dgm:prSet/>
      <dgm:spPr/>
      <dgm:t>
        <a:bodyPr/>
        <a:lstStyle/>
        <a:p>
          <a:endParaRPr lang="en-US"/>
        </a:p>
      </dgm:t>
    </dgm:pt>
    <dgm:pt modelId="{DB088AFE-C255-415E-B4D6-337CFD6B5761}">
      <dgm:prSet/>
      <dgm:spPr/>
      <dgm:t>
        <a:bodyPr/>
        <a:lstStyle/>
        <a:p>
          <a:r>
            <a:rPr lang="en-US"/>
            <a:t>Poor generalization</a:t>
          </a:r>
        </a:p>
      </dgm:t>
    </dgm:pt>
    <dgm:pt modelId="{80D7D654-DB62-4791-A43D-64361ED27CB1}" type="parTrans" cxnId="{9485A2A6-CC79-4356-9FF6-A34437B84F8E}">
      <dgm:prSet/>
      <dgm:spPr/>
      <dgm:t>
        <a:bodyPr/>
        <a:lstStyle/>
        <a:p>
          <a:endParaRPr lang="en-US"/>
        </a:p>
      </dgm:t>
    </dgm:pt>
    <dgm:pt modelId="{23F38D92-BFC6-42C7-8DB4-EEE2146CB5C8}" type="sibTrans" cxnId="{9485A2A6-CC79-4356-9FF6-A34437B84F8E}">
      <dgm:prSet/>
      <dgm:spPr/>
      <dgm:t>
        <a:bodyPr/>
        <a:lstStyle/>
        <a:p>
          <a:endParaRPr lang="en-US"/>
        </a:p>
      </dgm:t>
    </dgm:pt>
    <dgm:pt modelId="{C172D692-9312-49B0-99B0-CD7FDB911061}">
      <dgm:prSet/>
      <dgm:spPr/>
      <dgm:t>
        <a:bodyPr/>
        <a:lstStyle/>
        <a:p>
          <a:r>
            <a:rPr lang="en-US"/>
            <a:t>Same spot, different person = different arousal</a:t>
          </a:r>
        </a:p>
      </dgm:t>
    </dgm:pt>
    <dgm:pt modelId="{F3B980D1-DE73-4F36-A434-0566A7ABF8E9}" type="parTrans" cxnId="{6E2A57C8-99AE-4B69-9E8D-212E9CA16C03}">
      <dgm:prSet/>
      <dgm:spPr/>
      <dgm:t>
        <a:bodyPr/>
        <a:lstStyle/>
        <a:p>
          <a:endParaRPr lang="en-US"/>
        </a:p>
      </dgm:t>
    </dgm:pt>
    <dgm:pt modelId="{0A116481-D84D-4B9B-860D-04EFDCB3AB2C}" type="sibTrans" cxnId="{6E2A57C8-99AE-4B69-9E8D-212E9CA16C03}">
      <dgm:prSet/>
      <dgm:spPr/>
      <dgm:t>
        <a:bodyPr/>
        <a:lstStyle/>
        <a:p>
          <a:endParaRPr lang="en-US"/>
        </a:p>
      </dgm:t>
    </dgm:pt>
    <dgm:pt modelId="{B50A0069-EA34-42E2-8BB4-38CC638ABC46}" type="pres">
      <dgm:prSet presAssocID="{DEBC097F-113C-448D-992F-A95B115A9AF5}" presName="linear" presStyleCnt="0">
        <dgm:presLayoutVars>
          <dgm:animLvl val="lvl"/>
          <dgm:resizeHandles val="exact"/>
        </dgm:presLayoutVars>
      </dgm:prSet>
      <dgm:spPr/>
    </dgm:pt>
    <dgm:pt modelId="{B49F71E3-37EA-4DF9-AFC1-7577864ADAB3}" type="pres">
      <dgm:prSet presAssocID="{445E7682-B125-49E4-B1A4-B0420329E27E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0BE513DF-6C39-414C-B4CA-2AA7C78EF62D}" type="pres">
      <dgm:prSet presAssocID="{5D22F21E-9037-4735-A9B8-6D23125EDDFC}" presName="spacer" presStyleCnt="0"/>
      <dgm:spPr/>
    </dgm:pt>
    <dgm:pt modelId="{0C313DC1-063C-46C9-BA7A-EB9013259FE8}" type="pres">
      <dgm:prSet presAssocID="{4B84D950-5973-4F0A-B884-8CA9BA810292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9B4CB506-ADCD-4B87-A9A2-7A6BCEA05933}" type="pres">
      <dgm:prSet presAssocID="{01C45B78-7B62-4267-BF38-557EABD26233}" presName="spacer" presStyleCnt="0"/>
      <dgm:spPr/>
    </dgm:pt>
    <dgm:pt modelId="{35B5813D-9541-4E32-986A-4177AF403E82}" type="pres">
      <dgm:prSet presAssocID="{DB088AFE-C255-415E-B4D6-337CFD6B5761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1A652EA-6C08-4F73-8FF7-8AEF3ADE5B52}" type="pres">
      <dgm:prSet presAssocID="{23F38D92-BFC6-42C7-8DB4-EEE2146CB5C8}" presName="spacer" presStyleCnt="0"/>
      <dgm:spPr/>
    </dgm:pt>
    <dgm:pt modelId="{378B4E51-9856-4BAA-AA8F-EA4D03062E86}" type="pres">
      <dgm:prSet presAssocID="{C172D692-9312-49B0-99B0-CD7FDB911061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A5CEDD20-91E3-46DA-BD8A-A9BBB05E32F8}" srcId="{DEBC097F-113C-448D-992F-A95B115A9AF5}" destId="{4B84D950-5973-4F0A-B884-8CA9BA810292}" srcOrd="1" destOrd="0" parTransId="{53C51662-13C4-4C61-AB60-14AAC1AE85E0}" sibTransId="{01C45B78-7B62-4267-BF38-557EABD26233}"/>
    <dgm:cxn modelId="{1EA41B6D-F0E0-4070-8C2C-021C848DC139}" srcId="{DEBC097F-113C-448D-992F-A95B115A9AF5}" destId="{445E7682-B125-49E4-B1A4-B0420329E27E}" srcOrd="0" destOrd="0" parTransId="{A576F233-4BF3-4C2B-A65A-5E4763376E73}" sibTransId="{5D22F21E-9037-4735-A9B8-6D23125EDDFC}"/>
    <dgm:cxn modelId="{48B7CF83-9932-4B9A-A1BC-F48C5933AD5D}" type="presOf" srcId="{DB088AFE-C255-415E-B4D6-337CFD6B5761}" destId="{35B5813D-9541-4E32-986A-4177AF403E82}" srcOrd="0" destOrd="0" presId="urn:microsoft.com/office/officeart/2005/8/layout/vList2"/>
    <dgm:cxn modelId="{CF89129A-3E02-4421-9C8A-3BC005E2F096}" type="presOf" srcId="{445E7682-B125-49E4-B1A4-B0420329E27E}" destId="{B49F71E3-37EA-4DF9-AFC1-7577864ADAB3}" srcOrd="0" destOrd="0" presId="urn:microsoft.com/office/officeart/2005/8/layout/vList2"/>
    <dgm:cxn modelId="{9485A2A6-CC79-4356-9FF6-A34437B84F8E}" srcId="{DEBC097F-113C-448D-992F-A95B115A9AF5}" destId="{DB088AFE-C255-415E-B4D6-337CFD6B5761}" srcOrd="2" destOrd="0" parTransId="{80D7D654-DB62-4791-A43D-64361ED27CB1}" sibTransId="{23F38D92-BFC6-42C7-8DB4-EEE2146CB5C8}"/>
    <dgm:cxn modelId="{B5C275AA-002C-4C97-B91E-CFDBA37B6062}" type="presOf" srcId="{4B84D950-5973-4F0A-B884-8CA9BA810292}" destId="{0C313DC1-063C-46C9-BA7A-EB9013259FE8}" srcOrd="0" destOrd="0" presId="urn:microsoft.com/office/officeart/2005/8/layout/vList2"/>
    <dgm:cxn modelId="{FD2D34B1-44BA-4AA6-970D-031FEBED2D0F}" type="presOf" srcId="{DEBC097F-113C-448D-992F-A95B115A9AF5}" destId="{B50A0069-EA34-42E2-8BB4-38CC638ABC46}" srcOrd="0" destOrd="0" presId="urn:microsoft.com/office/officeart/2005/8/layout/vList2"/>
    <dgm:cxn modelId="{D7F319B7-2DFA-47DC-A399-CF2E9AA6B3BD}" type="presOf" srcId="{C172D692-9312-49B0-99B0-CD7FDB911061}" destId="{378B4E51-9856-4BAA-AA8F-EA4D03062E86}" srcOrd="0" destOrd="0" presId="urn:microsoft.com/office/officeart/2005/8/layout/vList2"/>
    <dgm:cxn modelId="{6E2A57C8-99AE-4B69-9E8D-212E9CA16C03}" srcId="{DEBC097F-113C-448D-992F-A95B115A9AF5}" destId="{C172D692-9312-49B0-99B0-CD7FDB911061}" srcOrd="3" destOrd="0" parTransId="{F3B980D1-DE73-4F36-A434-0566A7ABF8E9}" sibTransId="{0A116481-D84D-4B9B-860D-04EFDCB3AB2C}"/>
    <dgm:cxn modelId="{8CB9BA6C-024A-498C-9680-A6601C9A0789}" type="presParOf" srcId="{B50A0069-EA34-42E2-8BB4-38CC638ABC46}" destId="{B49F71E3-37EA-4DF9-AFC1-7577864ADAB3}" srcOrd="0" destOrd="0" presId="urn:microsoft.com/office/officeart/2005/8/layout/vList2"/>
    <dgm:cxn modelId="{9DBC65EC-B4B8-4C0A-A566-8945638E5AB5}" type="presParOf" srcId="{B50A0069-EA34-42E2-8BB4-38CC638ABC46}" destId="{0BE513DF-6C39-414C-B4CA-2AA7C78EF62D}" srcOrd="1" destOrd="0" presId="urn:microsoft.com/office/officeart/2005/8/layout/vList2"/>
    <dgm:cxn modelId="{0710B752-7478-41DD-86E2-250C9676542C}" type="presParOf" srcId="{B50A0069-EA34-42E2-8BB4-38CC638ABC46}" destId="{0C313DC1-063C-46C9-BA7A-EB9013259FE8}" srcOrd="2" destOrd="0" presId="urn:microsoft.com/office/officeart/2005/8/layout/vList2"/>
    <dgm:cxn modelId="{E0FA6A86-5A90-470F-9681-ADB26C3D57DE}" type="presParOf" srcId="{B50A0069-EA34-42E2-8BB4-38CC638ABC46}" destId="{9B4CB506-ADCD-4B87-A9A2-7A6BCEA05933}" srcOrd="3" destOrd="0" presId="urn:microsoft.com/office/officeart/2005/8/layout/vList2"/>
    <dgm:cxn modelId="{F47D8C9E-67BB-4C44-A3AD-C4DDF298C456}" type="presParOf" srcId="{B50A0069-EA34-42E2-8BB4-38CC638ABC46}" destId="{35B5813D-9541-4E32-986A-4177AF403E82}" srcOrd="4" destOrd="0" presId="urn:microsoft.com/office/officeart/2005/8/layout/vList2"/>
    <dgm:cxn modelId="{09C0EC21-13EA-459F-9F76-D34FE8CE338D}" type="presParOf" srcId="{B50A0069-EA34-42E2-8BB4-38CC638ABC46}" destId="{01A652EA-6C08-4F73-8FF7-8AEF3ADE5B52}" srcOrd="5" destOrd="0" presId="urn:microsoft.com/office/officeart/2005/8/layout/vList2"/>
    <dgm:cxn modelId="{269775BC-3270-49E9-9447-AF908F6A9EA1}" type="presParOf" srcId="{B50A0069-EA34-42E2-8BB4-38CC638ABC46}" destId="{378B4E51-9856-4BAA-AA8F-EA4D03062E86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1F42B7F-E6DA-4B99-BC65-7B7E85C86949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2B68872F-1D99-4E61-A64E-E0F7638F83E0}">
      <dgm:prSet/>
      <dgm:spPr/>
      <dgm:t>
        <a:bodyPr/>
        <a:lstStyle/>
        <a:p>
          <a:r>
            <a:rPr lang="en-US"/>
            <a:t>Uses landcover, terrain &amp; elevation</a:t>
          </a:r>
        </a:p>
      </dgm:t>
    </dgm:pt>
    <dgm:pt modelId="{1984914D-FD81-4ACF-AD2C-1EE48DC5AA9C}" type="parTrans" cxnId="{48E6B504-4187-43A4-9BED-A2FA65529985}">
      <dgm:prSet/>
      <dgm:spPr/>
      <dgm:t>
        <a:bodyPr/>
        <a:lstStyle/>
        <a:p>
          <a:endParaRPr lang="en-US"/>
        </a:p>
      </dgm:t>
    </dgm:pt>
    <dgm:pt modelId="{0F12FD3B-56D9-44F9-9C33-0D5650AF2EA8}" type="sibTrans" cxnId="{48E6B504-4187-43A4-9BED-A2FA65529985}">
      <dgm:prSet/>
      <dgm:spPr/>
      <dgm:t>
        <a:bodyPr/>
        <a:lstStyle/>
        <a:p>
          <a:endParaRPr lang="en-US"/>
        </a:p>
      </dgm:t>
    </dgm:pt>
    <dgm:pt modelId="{C4C0EF9E-9A8C-4B34-BC59-2BDD214384BA}">
      <dgm:prSet/>
      <dgm:spPr/>
      <dgm:t>
        <a:bodyPr/>
        <a:lstStyle/>
        <a:p>
          <a:r>
            <a:rPr lang="en-US"/>
            <a:t>NL R² = 0.156</a:t>
          </a:r>
        </a:p>
      </dgm:t>
    </dgm:pt>
    <dgm:pt modelId="{7F834F4A-5BE9-4453-9B21-48175D72EBAE}" type="parTrans" cxnId="{E57F2DB7-D8B6-471C-9A16-E8F34B2E7459}">
      <dgm:prSet/>
      <dgm:spPr/>
      <dgm:t>
        <a:bodyPr/>
        <a:lstStyle/>
        <a:p>
          <a:endParaRPr lang="en-US"/>
        </a:p>
      </dgm:t>
    </dgm:pt>
    <dgm:pt modelId="{268F20E0-1A06-436B-9FE9-166C8AFC04A9}" type="sibTrans" cxnId="{E57F2DB7-D8B6-471C-9A16-E8F34B2E7459}">
      <dgm:prSet/>
      <dgm:spPr/>
      <dgm:t>
        <a:bodyPr/>
        <a:lstStyle/>
        <a:p>
          <a:endParaRPr lang="en-US"/>
        </a:p>
      </dgm:t>
    </dgm:pt>
    <dgm:pt modelId="{6349873F-C842-49A6-BF54-2E225E837981}">
      <dgm:prSet/>
      <dgm:spPr/>
      <dgm:t>
        <a:bodyPr/>
        <a:lstStyle/>
        <a:p>
          <a:r>
            <a:rPr lang="en-US"/>
            <a:t>BE R² = 0.033</a:t>
          </a:r>
        </a:p>
      </dgm:t>
    </dgm:pt>
    <dgm:pt modelId="{21A4EF1E-6501-4ECA-8EBC-E977694D6ED7}" type="parTrans" cxnId="{54922181-D715-46AC-8D5C-F7492AD96534}">
      <dgm:prSet/>
      <dgm:spPr/>
      <dgm:t>
        <a:bodyPr/>
        <a:lstStyle/>
        <a:p>
          <a:endParaRPr lang="en-US"/>
        </a:p>
      </dgm:t>
    </dgm:pt>
    <dgm:pt modelId="{9F4CDD23-B4DC-43E8-9F3B-13B84B0C36CF}" type="sibTrans" cxnId="{54922181-D715-46AC-8D5C-F7492AD96534}">
      <dgm:prSet/>
      <dgm:spPr/>
      <dgm:t>
        <a:bodyPr/>
        <a:lstStyle/>
        <a:p>
          <a:endParaRPr lang="en-US"/>
        </a:p>
      </dgm:t>
    </dgm:pt>
    <dgm:pt modelId="{902DA853-ECE3-4979-ACE7-DCEF3544E121}">
      <dgm:prSet/>
      <dgm:spPr/>
      <dgm:t>
        <a:bodyPr/>
        <a:lstStyle/>
        <a:p>
          <a:r>
            <a:rPr lang="en-US"/>
            <a:t>Elevation dominates (56–88%)</a:t>
          </a:r>
        </a:p>
      </dgm:t>
    </dgm:pt>
    <dgm:pt modelId="{385BEEB1-29DD-4183-A32F-142EAFDD0A62}" type="parTrans" cxnId="{F4390717-BFD2-40F8-BA2C-DAC006AAA78A}">
      <dgm:prSet/>
      <dgm:spPr/>
      <dgm:t>
        <a:bodyPr/>
        <a:lstStyle/>
        <a:p>
          <a:endParaRPr lang="en-US"/>
        </a:p>
      </dgm:t>
    </dgm:pt>
    <dgm:pt modelId="{00A23097-E0B4-4D59-AE5A-B9EEA0BD3A9C}" type="sibTrans" cxnId="{F4390717-BFD2-40F8-BA2C-DAC006AAA78A}">
      <dgm:prSet/>
      <dgm:spPr/>
      <dgm:t>
        <a:bodyPr/>
        <a:lstStyle/>
        <a:p>
          <a:endParaRPr lang="en-US"/>
        </a:p>
      </dgm:t>
    </dgm:pt>
    <dgm:pt modelId="{99FD0125-5A28-4B78-A3B0-E9751693BF60}" type="pres">
      <dgm:prSet presAssocID="{B1F42B7F-E6DA-4B99-BC65-7B7E85C86949}" presName="linear" presStyleCnt="0">
        <dgm:presLayoutVars>
          <dgm:animLvl val="lvl"/>
          <dgm:resizeHandles val="exact"/>
        </dgm:presLayoutVars>
      </dgm:prSet>
      <dgm:spPr/>
    </dgm:pt>
    <dgm:pt modelId="{B898759E-967F-4DE7-A484-0BED35CB5E81}" type="pres">
      <dgm:prSet presAssocID="{2B68872F-1D99-4E61-A64E-E0F7638F83E0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A82DB570-BBFC-439A-9A96-842066A53C11}" type="pres">
      <dgm:prSet presAssocID="{0F12FD3B-56D9-44F9-9C33-0D5650AF2EA8}" presName="spacer" presStyleCnt="0"/>
      <dgm:spPr/>
    </dgm:pt>
    <dgm:pt modelId="{00734D59-B378-4AB5-AE8C-EECBFBC3203B}" type="pres">
      <dgm:prSet presAssocID="{C4C0EF9E-9A8C-4B34-BC59-2BDD214384BA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CBD8D6C6-6AE8-4975-9C92-75590213B059}" type="pres">
      <dgm:prSet presAssocID="{268F20E0-1A06-436B-9FE9-166C8AFC04A9}" presName="spacer" presStyleCnt="0"/>
      <dgm:spPr/>
    </dgm:pt>
    <dgm:pt modelId="{A5D1E2B3-A14C-49CF-AE92-A4407AC66DD8}" type="pres">
      <dgm:prSet presAssocID="{6349873F-C842-49A6-BF54-2E225E837981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96DBE3C7-3B17-449C-A9E3-F77A4DCD73B1}" type="pres">
      <dgm:prSet presAssocID="{9F4CDD23-B4DC-43E8-9F3B-13B84B0C36CF}" presName="spacer" presStyleCnt="0"/>
      <dgm:spPr/>
    </dgm:pt>
    <dgm:pt modelId="{2334D0B5-B728-4CA0-A871-61AADB1BCBD4}" type="pres">
      <dgm:prSet presAssocID="{902DA853-ECE3-4979-ACE7-DCEF3544E121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48E6B504-4187-43A4-9BED-A2FA65529985}" srcId="{B1F42B7F-E6DA-4B99-BC65-7B7E85C86949}" destId="{2B68872F-1D99-4E61-A64E-E0F7638F83E0}" srcOrd="0" destOrd="0" parTransId="{1984914D-FD81-4ACF-AD2C-1EE48DC5AA9C}" sibTransId="{0F12FD3B-56D9-44F9-9C33-0D5650AF2EA8}"/>
    <dgm:cxn modelId="{B754C00D-DB40-495E-94AF-528643DADFF4}" type="presOf" srcId="{902DA853-ECE3-4979-ACE7-DCEF3544E121}" destId="{2334D0B5-B728-4CA0-A871-61AADB1BCBD4}" srcOrd="0" destOrd="0" presId="urn:microsoft.com/office/officeart/2005/8/layout/vList2"/>
    <dgm:cxn modelId="{F4390717-BFD2-40F8-BA2C-DAC006AAA78A}" srcId="{B1F42B7F-E6DA-4B99-BC65-7B7E85C86949}" destId="{902DA853-ECE3-4979-ACE7-DCEF3544E121}" srcOrd="3" destOrd="0" parTransId="{385BEEB1-29DD-4183-A32F-142EAFDD0A62}" sibTransId="{00A23097-E0B4-4D59-AE5A-B9EEA0BD3A9C}"/>
    <dgm:cxn modelId="{CF4BB228-9EF6-4261-AAB4-C7E35C63045D}" type="presOf" srcId="{B1F42B7F-E6DA-4B99-BC65-7B7E85C86949}" destId="{99FD0125-5A28-4B78-A3B0-E9751693BF60}" srcOrd="0" destOrd="0" presId="urn:microsoft.com/office/officeart/2005/8/layout/vList2"/>
    <dgm:cxn modelId="{54922181-D715-46AC-8D5C-F7492AD96534}" srcId="{B1F42B7F-E6DA-4B99-BC65-7B7E85C86949}" destId="{6349873F-C842-49A6-BF54-2E225E837981}" srcOrd="2" destOrd="0" parTransId="{21A4EF1E-6501-4ECA-8EBC-E977694D6ED7}" sibTransId="{9F4CDD23-B4DC-43E8-9F3B-13B84B0C36CF}"/>
    <dgm:cxn modelId="{252ED188-BD82-4B48-BF1B-596BABA5AC63}" type="presOf" srcId="{2B68872F-1D99-4E61-A64E-E0F7638F83E0}" destId="{B898759E-967F-4DE7-A484-0BED35CB5E81}" srcOrd="0" destOrd="0" presId="urn:microsoft.com/office/officeart/2005/8/layout/vList2"/>
    <dgm:cxn modelId="{E57F2DB7-D8B6-471C-9A16-E8F34B2E7459}" srcId="{B1F42B7F-E6DA-4B99-BC65-7B7E85C86949}" destId="{C4C0EF9E-9A8C-4B34-BC59-2BDD214384BA}" srcOrd="1" destOrd="0" parTransId="{7F834F4A-5BE9-4453-9B21-48175D72EBAE}" sibTransId="{268F20E0-1A06-436B-9FE9-166C8AFC04A9}"/>
    <dgm:cxn modelId="{139FBDC1-EF50-457E-8BF2-696AA2C04D58}" type="presOf" srcId="{6349873F-C842-49A6-BF54-2E225E837981}" destId="{A5D1E2B3-A14C-49CF-AE92-A4407AC66DD8}" srcOrd="0" destOrd="0" presId="urn:microsoft.com/office/officeart/2005/8/layout/vList2"/>
    <dgm:cxn modelId="{37E0A3EF-FC5E-4DE7-9807-ADDF164D933A}" type="presOf" srcId="{C4C0EF9E-9A8C-4B34-BC59-2BDD214384BA}" destId="{00734D59-B378-4AB5-AE8C-EECBFBC3203B}" srcOrd="0" destOrd="0" presId="urn:microsoft.com/office/officeart/2005/8/layout/vList2"/>
    <dgm:cxn modelId="{04B50952-7667-4D88-B24F-ECA8726E133F}" type="presParOf" srcId="{99FD0125-5A28-4B78-A3B0-E9751693BF60}" destId="{B898759E-967F-4DE7-A484-0BED35CB5E81}" srcOrd="0" destOrd="0" presId="urn:microsoft.com/office/officeart/2005/8/layout/vList2"/>
    <dgm:cxn modelId="{822EB3C9-FC0E-4691-AB98-48C0CC057C28}" type="presParOf" srcId="{99FD0125-5A28-4B78-A3B0-E9751693BF60}" destId="{A82DB570-BBFC-439A-9A96-842066A53C11}" srcOrd="1" destOrd="0" presId="urn:microsoft.com/office/officeart/2005/8/layout/vList2"/>
    <dgm:cxn modelId="{18FE5725-CEDB-4B08-A35A-1B533F211575}" type="presParOf" srcId="{99FD0125-5A28-4B78-A3B0-E9751693BF60}" destId="{00734D59-B378-4AB5-AE8C-EECBFBC3203B}" srcOrd="2" destOrd="0" presId="urn:microsoft.com/office/officeart/2005/8/layout/vList2"/>
    <dgm:cxn modelId="{F5367DCA-4F52-4F89-98BA-E658BF0678A7}" type="presParOf" srcId="{99FD0125-5A28-4B78-A3B0-E9751693BF60}" destId="{CBD8D6C6-6AE8-4975-9C92-75590213B059}" srcOrd="3" destOrd="0" presId="urn:microsoft.com/office/officeart/2005/8/layout/vList2"/>
    <dgm:cxn modelId="{0B54E34A-3C15-4969-8C2B-DDB5FA550217}" type="presParOf" srcId="{99FD0125-5A28-4B78-A3B0-E9751693BF60}" destId="{A5D1E2B3-A14C-49CF-AE92-A4407AC66DD8}" srcOrd="4" destOrd="0" presId="urn:microsoft.com/office/officeart/2005/8/layout/vList2"/>
    <dgm:cxn modelId="{413BA017-C663-4C0C-9412-6C950CE66C90}" type="presParOf" srcId="{99FD0125-5A28-4B78-A3B0-E9751693BF60}" destId="{96DBE3C7-3B17-449C-A9E3-F77A4DCD73B1}" srcOrd="5" destOrd="0" presId="urn:microsoft.com/office/officeart/2005/8/layout/vList2"/>
    <dgm:cxn modelId="{BA4F8C34-22F1-4482-9187-47B407A73DC2}" type="presParOf" srcId="{99FD0125-5A28-4B78-A3B0-E9751693BF60}" destId="{2334D0B5-B728-4CA0-A871-61AADB1BCBD4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F7AEC98-1192-4F79-9B66-4A6F6ABA6778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AFBD4B3C-A89D-4F6D-8C44-F6488DC5529C}">
      <dgm:prSet/>
      <dgm:spPr/>
      <dgm:t>
        <a:bodyPr/>
        <a:lstStyle/>
        <a:p>
          <a:r>
            <a:rPr lang="en-US"/>
            <a:t>Valleys: +46% arousal</a:t>
          </a:r>
        </a:p>
      </dgm:t>
    </dgm:pt>
    <dgm:pt modelId="{3D66E282-5983-4299-9C98-CADB06D9FADC}" type="parTrans" cxnId="{03A5DB0B-73E9-47C1-B11A-306DE7155F2B}">
      <dgm:prSet/>
      <dgm:spPr/>
      <dgm:t>
        <a:bodyPr/>
        <a:lstStyle/>
        <a:p>
          <a:endParaRPr lang="en-US"/>
        </a:p>
      </dgm:t>
    </dgm:pt>
    <dgm:pt modelId="{D915A353-ABE5-40A9-A482-071BDAE29312}" type="sibTrans" cxnId="{03A5DB0B-73E9-47C1-B11A-306DE7155F2B}">
      <dgm:prSet/>
      <dgm:spPr/>
      <dgm:t>
        <a:bodyPr/>
        <a:lstStyle/>
        <a:p>
          <a:endParaRPr lang="en-US"/>
        </a:p>
      </dgm:t>
    </dgm:pt>
    <dgm:pt modelId="{B1725628-6554-450B-A4DD-4CC9A51FEAAD}">
      <dgm:prSet/>
      <dgm:spPr/>
      <dgm:t>
        <a:bodyPr/>
        <a:lstStyle/>
        <a:p>
          <a:r>
            <a:rPr lang="en-US"/>
            <a:t>Trees: +32%</a:t>
          </a:r>
        </a:p>
      </dgm:t>
    </dgm:pt>
    <dgm:pt modelId="{72244F0E-CB48-4B2A-8BE2-EE31A9AD587A}" type="parTrans" cxnId="{9584B0FF-DDBD-4AF4-96C4-352DB0E98A05}">
      <dgm:prSet/>
      <dgm:spPr/>
      <dgm:t>
        <a:bodyPr/>
        <a:lstStyle/>
        <a:p>
          <a:endParaRPr lang="en-US"/>
        </a:p>
      </dgm:t>
    </dgm:pt>
    <dgm:pt modelId="{F0368380-45A6-4E21-A9A4-636070F89A73}" type="sibTrans" cxnId="{9584B0FF-DDBD-4AF4-96C4-352DB0E98A05}">
      <dgm:prSet/>
      <dgm:spPr/>
      <dgm:t>
        <a:bodyPr/>
        <a:lstStyle/>
        <a:p>
          <a:endParaRPr lang="en-US"/>
        </a:p>
      </dgm:t>
    </dgm:pt>
    <dgm:pt modelId="{54EE6FBB-2497-427A-9465-5A63F046E681}">
      <dgm:prSet/>
      <dgm:spPr/>
      <dgm:t>
        <a:bodyPr/>
        <a:lstStyle/>
        <a:p>
          <a:r>
            <a:rPr lang="en-US"/>
            <a:t>Hills: −34%</a:t>
          </a:r>
        </a:p>
      </dgm:t>
    </dgm:pt>
    <dgm:pt modelId="{C9554110-75A8-43E1-A81A-789FCC4170EC}" type="parTrans" cxnId="{A224D5E8-B3E5-4EC6-8D29-77B8225B2C98}">
      <dgm:prSet/>
      <dgm:spPr/>
      <dgm:t>
        <a:bodyPr/>
        <a:lstStyle/>
        <a:p>
          <a:endParaRPr lang="en-US"/>
        </a:p>
      </dgm:t>
    </dgm:pt>
    <dgm:pt modelId="{0186CEB5-7A84-40B0-B9F3-2DF2A08BBC52}" type="sibTrans" cxnId="{A224D5E8-B3E5-4EC6-8D29-77B8225B2C98}">
      <dgm:prSet/>
      <dgm:spPr/>
      <dgm:t>
        <a:bodyPr/>
        <a:lstStyle/>
        <a:p>
          <a:endParaRPr lang="en-US"/>
        </a:p>
      </dgm:t>
    </dgm:pt>
    <dgm:pt modelId="{DDBAFEF6-27AC-4872-9465-0E320EFDA5A6}">
      <dgm:prSet/>
      <dgm:spPr/>
      <dgm:t>
        <a:bodyPr/>
        <a:lstStyle/>
        <a:p>
          <a:r>
            <a:rPr lang="en-US"/>
            <a:t>Enables design decisions</a:t>
          </a:r>
        </a:p>
      </dgm:t>
    </dgm:pt>
    <dgm:pt modelId="{A2A92537-EA17-4FA0-912E-48EEF40D39B0}" type="parTrans" cxnId="{1F587EBD-F249-4750-9476-FE292F1CAB10}">
      <dgm:prSet/>
      <dgm:spPr/>
      <dgm:t>
        <a:bodyPr/>
        <a:lstStyle/>
        <a:p>
          <a:endParaRPr lang="en-US"/>
        </a:p>
      </dgm:t>
    </dgm:pt>
    <dgm:pt modelId="{75CAD7A0-5E18-46CC-AF65-6C71E8E16F55}" type="sibTrans" cxnId="{1F587EBD-F249-4750-9476-FE292F1CAB10}">
      <dgm:prSet/>
      <dgm:spPr/>
      <dgm:t>
        <a:bodyPr/>
        <a:lstStyle/>
        <a:p>
          <a:endParaRPr lang="en-US"/>
        </a:p>
      </dgm:t>
    </dgm:pt>
    <dgm:pt modelId="{C71DAEBC-9E24-427D-87A8-97A36F791E73}" type="pres">
      <dgm:prSet presAssocID="{0F7AEC98-1192-4F79-9B66-4A6F6ABA6778}" presName="linear" presStyleCnt="0">
        <dgm:presLayoutVars>
          <dgm:animLvl val="lvl"/>
          <dgm:resizeHandles val="exact"/>
        </dgm:presLayoutVars>
      </dgm:prSet>
      <dgm:spPr/>
    </dgm:pt>
    <dgm:pt modelId="{7D654A15-073A-46F4-8ACB-543C61E9403F}" type="pres">
      <dgm:prSet presAssocID="{AFBD4B3C-A89D-4F6D-8C44-F6488DC5529C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A700B86D-905F-4D95-8E63-A5D67ED26929}" type="pres">
      <dgm:prSet presAssocID="{D915A353-ABE5-40A9-A482-071BDAE29312}" presName="spacer" presStyleCnt="0"/>
      <dgm:spPr/>
    </dgm:pt>
    <dgm:pt modelId="{EBBB375D-FFAF-46AA-9FE1-1218ADE48AAF}" type="pres">
      <dgm:prSet presAssocID="{B1725628-6554-450B-A4DD-4CC9A51FEAAD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83D5576C-CF09-4571-8F6F-DE4195D3D7AE}" type="pres">
      <dgm:prSet presAssocID="{F0368380-45A6-4E21-A9A4-636070F89A73}" presName="spacer" presStyleCnt="0"/>
      <dgm:spPr/>
    </dgm:pt>
    <dgm:pt modelId="{A4AC530F-AD36-4F40-92BA-7E5AE6B0C0BF}" type="pres">
      <dgm:prSet presAssocID="{54EE6FBB-2497-427A-9465-5A63F046E681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B07CDB1-159D-4572-98C1-89D35C102D06}" type="pres">
      <dgm:prSet presAssocID="{0186CEB5-7A84-40B0-B9F3-2DF2A08BBC52}" presName="spacer" presStyleCnt="0"/>
      <dgm:spPr/>
    </dgm:pt>
    <dgm:pt modelId="{B711D8B4-F7F6-4EE0-984E-CAC8CE056669}" type="pres">
      <dgm:prSet presAssocID="{DDBAFEF6-27AC-4872-9465-0E320EFDA5A6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03A5DB0B-73E9-47C1-B11A-306DE7155F2B}" srcId="{0F7AEC98-1192-4F79-9B66-4A6F6ABA6778}" destId="{AFBD4B3C-A89D-4F6D-8C44-F6488DC5529C}" srcOrd="0" destOrd="0" parTransId="{3D66E282-5983-4299-9C98-CADB06D9FADC}" sibTransId="{D915A353-ABE5-40A9-A482-071BDAE29312}"/>
    <dgm:cxn modelId="{71A0192E-7C36-4569-A9BC-722CD110A4D3}" type="presOf" srcId="{AFBD4B3C-A89D-4F6D-8C44-F6488DC5529C}" destId="{7D654A15-073A-46F4-8ACB-543C61E9403F}" srcOrd="0" destOrd="0" presId="urn:microsoft.com/office/officeart/2005/8/layout/vList2"/>
    <dgm:cxn modelId="{845B6360-C742-4B15-B90F-D083F5BDB19F}" type="presOf" srcId="{DDBAFEF6-27AC-4872-9465-0E320EFDA5A6}" destId="{B711D8B4-F7F6-4EE0-984E-CAC8CE056669}" srcOrd="0" destOrd="0" presId="urn:microsoft.com/office/officeart/2005/8/layout/vList2"/>
    <dgm:cxn modelId="{383A8761-6536-40EF-A28A-63AC2F7FCF3B}" type="presOf" srcId="{54EE6FBB-2497-427A-9465-5A63F046E681}" destId="{A4AC530F-AD36-4F40-92BA-7E5AE6B0C0BF}" srcOrd="0" destOrd="0" presId="urn:microsoft.com/office/officeart/2005/8/layout/vList2"/>
    <dgm:cxn modelId="{3B55A266-D237-4BA4-A2DE-B8DD4216A014}" type="presOf" srcId="{0F7AEC98-1192-4F79-9B66-4A6F6ABA6778}" destId="{C71DAEBC-9E24-427D-87A8-97A36F791E73}" srcOrd="0" destOrd="0" presId="urn:microsoft.com/office/officeart/2005/8/layout/vList2"/>
    <dgm:cxn modelId="{1F587EBD-F249-4750-9476-FE292F1CAB10}" srcId="{0F7AEC98-1192-4F79-9B66-4A6F6ABA6778}" destId="{DDBAFEF6-27AC-4872-9465-0E320EFDA5A6}" srcOrd="3" destOrd="0" parTransId="{A2A92537-EA17-4FA0-912E-48EEF40D39B0}" sibTransId="{75CAD7A0-5E18-46CC-AF65-6C71E8E16F55}"/>
    <dgm:cxn modelId="{110017CB-9EB8-452E-A033-34EA7D24CF2D}" type="presOf" srcId="{B1725628-6554-450B-A4DD-4CC9A51FEAAD}" destId="{EBBB375D-FFAF-46AA-9FE1-1218ADE48AAF}" srcOrd="0" destOrd="0" presId="urn:microsoft.com/office/officeart/2005/8/layout/vList2"/>
    <dgm:cxn modelId="{A224D5E8-B3E5-4EC6-8D29-77B8225B2C98}" srcId="{0F7AEC98-1192-4F79-9B66-4A6F6ABA6778}" destId="{54EE6FBB-2497-427A-9465-5A63F046E681}" srcOrd="2" destOrd="0" parTransId="{C9554110-75A8-43E1-A81A-789FCC4170EC}" sibTransId="{0186CEB5-7A84-40B0-B9F3-2DF2A08BBC52}"/>
    <dgm:cxn modelId="{9584B0FF-DDBD-4AF4-96C4-352DB0E98A05}" srcId="{0F7AEC98-1192-4F79-9B66-4A6F6ABA6778}" destId="{B1725628-6554-450B-A4DD-4CC9A51FEAAD}" srcOrd="1" destOrd="0" parTransId="{72244F0E-CB48-4B2A-8BE2-EE31A9AD587A}" sibTransId="{F0368380-45A6-4E21-A9A4-636070F89A73}"/>
    <dgm:cxn modelId="{3CB39A37-818E-4292-97B0-0EF95A7738F7}" type="presParOf" srcId="{C71DAEBC-9E24-427D-87A8-97A36F791E73}" destId="{7D654A15-073A-46F4-8ACB-543C61E9403F}" srcOrd="0" destOrd="0" presId="urn:microsoft.com/office/officeart/2005/8/layout/vList2"/>
    <dgm:cxn modelId="{A9774354-B5F9-4E38-8A65-22595F2E5317}" type="presParOf" srcId="{C71DAEBC-9E24-427D-87A8-97A36F791E73}" destId="{A700B86D-905F-4D95-8E63-A5D67ED26929}" srcOrd="1" destOrd="0" presId="urn:microsoft.com/office/officeart/2005/8/layout/vList2"/>
    <dgm:cxn modelId="{A997C446-E0C2-4A62-B6E9-A5A383F7A607}" type="presParOf" srcId="{C71DAEBC-9E24-427D-87A8-97A36F791E73}" destId="{EBBB375D-FFAF-46AA-9FE1-1218ADE48AAF}" srcOrd="2" destOrd="0" presId="urn:microsoft.com/office/officeart/2005/8/layout/vList2"/>
    <dgm:cxn modelId="{B5B9AFF0-CB83-453A-B4EB-F1B5D0339C82}" type="presParOf" srcId="{C71DAEBC-9E24-427D-87A8-97A36F791E73}" destId="{83D5576C-CF09-4571-8F6F-DE4195D3D7AE}" srcOrd="3" destOrd="0" presId="urn:microsoft.com/office/officeart/2005/8/layout/vList2"/>
    <dgm:cxn modelId="{91D6E12A-61FE-4689-801E-E84CFECACC72}" type="presParOf" srcId="{C71DAEBC-9E24-427D-87A8-97A36F791E73}" destId="{A4AC530F-AD36-4F40-92BA-7E5AE6B0C0BF}" srcOrd="4" destOrd="0" presId="urn:microsoft.com/office/officeart/2005/8/layout/vList2"/>
    <dgm:cxn modelId="{6FCF1F76-9CA8-4E12-9C34-A0D70C3A9603}" type="presParOf" srcId="{C71DAEBC-9E24-427D-87A8-97A36F791E73}" destId="{FB07CDB1-159D-4572-98C1-89D35C102D06}" srcOrd="5" destOrd="0" presId="urn:microsoft.com/office/officeart/2005/8/layout/vList2"/>
    <dgm:cxn modelId="{1D22E0DF-4BB0-41E9-8B3E-5A503164D124}" type="presParOf" srcId="{C71DAEBC-9E24-427D-87A8-97A36F791E73}" destId="{B711D8B4-F7F6-4EE0-984E-CAC8CE056669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881F998-C201-4644-9108-196FAE3F1187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D67411B9-B01A-42E0-A706-A487AB2756AC}">
      <dgm:prSet/>
      <dgm:spPr/>
      <dgm:t>
        <a:bodyPr/>
        <a:lstStyle/>
        <a:p>
          <a:r>
            <a:rPr lang="en-US"/>
            <a:t>Environmental features matter</a:t>
          </a:r>
        </a:p>
      </dgm:t>
    </dgm:pt>
    <dgm:pt modelId="{46B804F2-66AC-474C-ADA7-622C32D29ABC}" type="parTrans" cxnId="{50E33147-1CC6-4474-B7EB-0F9AA9F66EF2}">
      <dgm:prSet/>
      <dgm:spPr/>
      <dgm:t>
        <a:bodyPr/>
        <a:lstStyle/>
        <a:p>
          <a:endParaRPr lang="en-US"/>
        </a:p>
      </dgm:t>
    </dgm:pt>
    <dgm:pt modelId="{CC2216C6-5965-4CEA-A8FA-52D7024070EC}" type="sibTrans" cxnId="{50E33147-1CC6-4474-B7EB-0F9AA9F66EF2}">
      <dgm:prSet/>
      <dgm:spPr/>
      <dgm:t>
        <a:bodyPr/>
        <a:lstStyle/>
        <a:p>
          <a:endParaRPr lang="en-US"/>
        </a:p>
      </dgm:t>
    </dgm:pt>
    <dgm:pt modelId="{31AD3DA4-033D-4352-A208-47F3C5903605}">
      <dgm:prSet/>
      <dgm:spPr/>
      <dgm:t>
        <a:bodyPr/>
        <a:lstStyle/>
        <a:p>
          <a:r>
            <a:rPr lang="en-US"/>
            <a:t>Models need local calibration</a:t>
          </a:r>
        </a:p>
      </dgm:t>
    </dgm:pt>
    <dgm:pt modelId="{4246CD10-E91F-4BFE-A470-FC72BF70FC09}" type="parTrans" cxnId="{98ADA05D-13FC-4853-AD08-232F229AFEDC}">
      <dgm:prSet/>
      <dgm:spPr/>
      <dgm:t>
        <a:bodyPr/>
        <a:lstStyle/>
        <a:p>
          <a:endParaRPr lang="en-US"/>
        </a:p>
      </dgm:t>
    </dgm:pt>
    <dgm:pt modelId="{7772F6E3-B85A-4594-8612-E86C9E74533A}" type="sibTrans" cxnId="{98ADA05D-13FC-4853-AD08-232F229AFEDC}">
      <dgm:prSet/>
      <dgm:spPr/>
      <dgm:t>
        <a:bodyPr/>
        <a:lstStyle/>
        <a:p>
          <a:endParaRPr lang="en-US"/>
        </a:p>
      </dgm:t>
    </dgm:pt>
    <dgm:pt modelId="{BC8CAC46-69D2-4DBA-B86B-6E6AF8A54907}">
      <dgm:prSet/>
      <dgm:spPr/>
      <dgm:t>
        <a:bodyPr/>
        <a:lstStyle/>
        <a:p>
          <a:r>
            <a:rPr lang="en-US"/>
            <a:t>Valleys + forests = highest arousal</a:t>
          </a:r>
        </a:p>
      </dgm:t>
    </dgm:pt>
    <dgm:pt modelId="{C4CDC0EB-3B2B-404F-A2DB-94BAAD4E9AD2}" type="parTrans" cxnId="{C5723146-2DB2-451B-8A86-25E83D4EC918}">
      <dgm:prSet/>
      <dgm:spPr/>
      <dgm:t>
        <a:bodyPr/>
        <a:lstStyle/>
        <a:p>
          <a:endParaRPr lang="en-US"/>
        </a:p>
      </dgm:t>
    </dgm:pt>
    <dgm:pt modelId="{AF384D9E-8412-4054-9FFB-6F3637CE75E8}" type="sibTrans" cxnId="{C5723146-2DB2-451B-8A86-25E83D4EC918}">
      <dgm:prSet/>
      <dgm:spPr/>
      <dgm:t>
        <a:bodyPr/>
        <a:lstStyle/>
        <a:p>
          <a:endParaRPr lang="en-US"/>
        </a:p>
      </dgm:t>
    </dgm:pt>
    <dgm:pt modelId="{A5E2811E-E901-4B6A-8E66-01AE281B37D5}">
      <dgm:prSet/>
      <dgm:spPr/>
      <dgm:t>
        <a:bodyPr/>
        <a:lstStyle/>
        <a:p>
          <a:r>
            <a:rPr lang="en-US"/>
            <a:t>Useful for landscape design</a:t>
          </a:r>
        </a:p>
      </dgm:t>
    </dgm:pt>
    <dgm:pt modelId="{3AC7D96D-0E64-4925-97E9-FB156A2AAFE2}" type="parTrans" cxnId="{C14E24C1-6AB5-48FE-88B1-7994FB12A7DC}">
      <dgm:prSet/>
      <dgm:spPr/>
      <dgm:t>
        <a:bodyPr/>
        <a:lstStyle/>
        <a:p>
          <a:endParaRPr lang="en-US"/>
        </a:p>
      </dgm:t>
    </dgm:pt>
    <dgm:pt modelId="{C696127F-D739-4386-8DEC-2C23421A1538}" type="sibTrans" cxnId="{C14E24C1-6AB5-48FE-88B1-7994FB12A7DC}">
      <dgm:prSet/>
      <dgm:spPr/>
      <dgm:t>
        <a:bodyPr/>
        <a:lstStyle/>
        <a:p>
          <a:endParaRPr lang="en-US"/>
        </a:p>
      </dgm:t>
    </dgm:pt>
    <dgm:pt modelId="{2ABD86CA-4764-4999-9DC2-A342E6B0D9AA}" type="pres">
      <dgm:prSet presAssocID="{A881F998-C201-4644-9108-196FAE3F1187}" presName="linear" presStyleCnt="0">
        <dgm:presLayoutVars>
          <dgm:animLvl val="lvl"/>
          <dgm:resizeHandles val="exact"/>
        </dgm:presLayoutVars>
      </dgm:prSet>
      <dgm:spPr/>
    </dgm:pt>
    <dgm:pt modelId="{221D9275-AA37-4072-8484-13A3A5A6899B}" type="pres">
      <dgm:prSet presAssocID="{D67411B9-B01A-42E0-A706-A487AB2756AC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6BB32AD8-418F-47A1-B775-02DB364C816C}" type="pres">
      <dgm:prSet presAssocID="{CC2216C6-5965-4CEA-A8FA-52D7024070EC}" presName="spacer" presStyleCnt="0"/>
      <dgm:spPr/>
    </dgm:pt>
    <dgm:pt modelId="{91C7ED4A-381B-4C06-87E5-9E9D561E5901}" type="pres">
      <dgm:prSet presAssocID="{31AD3DA4-033D-4352-A208-47F3C5903605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90C117CD-53B2-4180-9A98-2988B5D9620E}" type="pres">
      <dgm:prSet presAssocID="{7772F6E3-B85A-4594-8612-E86C9E74533A}" presName="spacer" presStyleCnt="0"/>
      <dgm:spPr/>
    </dgm:pt>
    <dgm:pt modelId="{C55B2A88-567A-45B6-B06E-FFC35C9EC32D}" type="pres">
      <dgm:prSet presAssocID="{BC8CAC46-69D2-4DBA-B86B-6E6AF8A54907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D680950-3B69-4A0C-B7E7-4A788E40D63C}" type="pres">
      <dgm:prSet presAssocID="{AF384D9E-8412-4054-9FFB-6F3637CE75E8}" presName="spacer" presStyleCnt="0"/>
      <dgm:spPr/>
    </dgm:pt>
    <dgm:pt modelId="{273AB2D4-5BE9-4080-AB3A-E3F9494EA790}" type="pres">
      <dgm:prSet presAssocID="{A5E2811E-E901-4B6A-8E66-01AE281B37D5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047AE81A-87F5-469A-BED4-52EAE5FD3BDF}" type="presOf" srcId="{A881F998-C201-4644-9108-196FAE3F1187}" destId="{2ABD86CA-4764-4999-9DC2-A342E6B0D9AA}" srcOrd="0" destOrd="0" presId="urn:microsoft.com/office/officeart/2005/8/layout/vList2"/>
    <dgm:cxn modelId="{B373392C-7B8A-4357-8EC5-EDB31968B5D1}" type="presOf" srcId="{BC8CAC46-69D2-4DBA-B86B-6E6AF8A54907}" destId="{C55B2A88-567A-45B6-B06E-FFC35C9EC32D}" srcOrd="0" destOrd="0" presId="urn:microsoft.com/office/officeart/2005/8/layout/vList2"/>
    <dgm:cxn modelId="{98ADA05D-13FC-4853-AD08-232F229AFEDC}" srcId="{A881F998-C201-4644-9108-196FAE3F1187}" destId="{31AD3DA4-033D-4352-A208-47F3C5903605}" srcOrd="1" destOrd="0" parTransId="{4246CD10-E91F-4BFE-A470-FC72BF70FC09}" sibTransId="{7772F6E3-B85A-4594-8612-E86C9E74533A}"/>
    <dgm:cxn modelId="{C5723146-2DB2-451B-8A86-25E83D4EC918}" srcId="{A881F998-C201-4644-9108-196FAE3F1187}" destId="{BC8CAC46-69D2-4DBA-B86B-6E6AF8A54907}" srcOrd="2" destOrd="0" parTransId="{C4CDC0EB-3B2B-404F-A2DB-94BAAD4E9AD2}" sibTransId="{AF384D9E-8412-4054-9FFB-6F3637CE75E8}"/>
    <dgm:cxn modelId="{50E33147-1CC6-4474-B7EB-0F9AA9F66EF2}" srcId="{A881F998-C201-4644-9108-196FAE3F1187}" destId="{D67411B9-B01A-42E0-A706-A487AB2756AC}" srcOrd="0" destOrd="0" parTransId="{46B804F2-66AC-474C-ADA7-622C32D29ABC}" sibTransId="{CC2216C6-5965-4CEA-A8FA-52D7024070EC}"/>
    <dgm:cxn modelId="{F3B01883-2FE8-449C-8754-29853514F555}" type="presOf" srcId="{31AD3DA4-033D-4352-A208-47F3C5903605}" destId="{91C7ED4A-381B-4C06-87E5-9E9D561E5901}" srcOrd="0" destOrd="0" presId="urn:microsoft.com/office/officeart/2005/8/layout/vList2"/>
    <dgm:cxn modelId="{03925196-85B2-4EED-B2FC-EEA098741C77}" type="presOf" srcId="{A5E2811E-E901-4B6A-8E66-01AE281B37D5}" destId="{273AB2D4-5BE9-4080-AB3A-E3F9494EA790}" srcOrd="0" destOrd="0" presId="urn:microsoft.com/office/officeart/2005/8/layout/vList2"/>
    <dgm:cxn modelId="{C14E24C1-6AB5-48FE-88B1-7994FB12A7DC}" srcId="{A881F998-C201-4644-9108-196FAE3F1187}" destId="{A5E2811E-E901-4B6A-8E66-01AE281B37D5}" srcOrd="3" destOrd="0" parTransId="{3AC7D96D-0E64-4925-97E9-FB156A2AAFE2}" sibTransId="{C696127F-D739-4386-8DEC-2C23421A1538}"/>
    <dgm:cxn modelId="{03BC8BF6-47C8-4881-B632-0F53A3472C48}" type="presOf" srcId="{D67411B9-B01A-42E0-A706-A487AB2756AC}" destId="{221D9275-AA37-4072-8484-13A3A5A6899B}" srcOrd="0" destOrd="0" presId="urn:microsoft.com/office/officeart/2005/8/layout/vList2"/>
    <dgm:cxn modelId="{B0B22ED6-DEA8-4BD0-A3B9-B5DD4295F200}" type="presParOf" srcId="{2ABD86CA-4764-4999-9DC2-A342E6B0D9AA}" destId="{221D9275-AA37-4072-8484-13A3A5A6899B}" srcOrd="0" destOrd="0" presId="urn:microsoft.com/office/officeart/2005/8/layout/vList2"/>
    <dgm:cxn modelId="{A3C5BF76-8D33-46E0-86D6-4B04AA7363E8}" type="presParOf" srcId="{2ABD86CA-4764-4999-9DC2-A342E6B0D9AA}" destId="{6BB32AD8-418F-47A1-B775-02DB364C816C}" srcOrd="1" destOrd="0" presId="urn:microsoft.com/office/officeart/2005/8/layout/vList2"/>
    <dgm:cxn modelId="{A219DA1D-7B57-40F3-B504-A2113A71EE61}" type="presParOf" srcId="{2ABD86CA-4764-4999-9DC2-A342E6B0D9AA}" destId="{91C7ED4A-381B-4C06-87E5-9E9D561E5901}" srcOrd="2" destOrd="0" presId="urn:microsoft.com/office/officeart/2005/8/layout/vList2"/>
    <dgm:cxn modelId="{51B092AE-A5E5-4820-9539-3E4F3A5F4B81}" type="presParOf" srcId="{2ABD86CA-4764-4999-9DC2-A342E6B0D9AA}" destId="{90C117CD-53B2-4180-9A98-2988B5D9620E}" srcOrd="3" destOrd="0" presId="urn:microsoft.com/office/officeart/2005/8/layout/vList2"/>
    <dgm:cxn modelId="{A5AEC4FA-A96B-4B91-B5A4-C27FE3CBE30D}" type="presParOf" srcId="{2ABD86CA-4764-4999-9DC2-A342E6B0D9AA}" destId="{C55B2A88-567A-45B6-B06E-FFC35C9EC32D}" srcOrd="4" destOrd="0" presId="urn:microsoft.com/office/officeart/2005/8/layout/vList2"/>
    <dgm:cxn modelId="{3A9AD8AA-DAAC-4738-A6F1-E05D0EC653CB}" type="presParOf" srcId="{2ABD86CA-4764-4999-9DC2-A342E6B0D9AA}" destId="{0D680950-3B69-4A0C-B7E7-4A788E40D63C}" srcOrd="5" destOrd="0" presId="urn:microsoft.com/office/officeart/2005/8/layout/vList2"/>
    <dgm:cxn modelId="{DC6F2240-3691-4949-81AC-91292F05019F}" type="presParOf" srcId="{2ABD86CA-4764-4999-9DC2-A342E6B0D9AA}" destId="{273AB2D4-5BE9-4080-AB3A-E3F9494EA790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DC6680E-4886-4A4C-9D74-EA2609C4C37C}">
      <dsp:nvSpPr>
        <dsp:cNvPr id="0" name=""/>
        <dsp:cNvSpPr/>
      </dsp:nvSpPr>
      <dsp:spPr>
        <a:xfrm>
          <a:off x="0" y="1015413"/>
          <a:ext cx="3621129" cy="3621129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DD0C5B6-345E-46F9-B98C-80F2C19B55DB}">
      <dsp:nvSpPr>
        <dsp:cNvPr id="0" name=""/>
        <dsp:cNvSpPr/>
      </dsp:nvSpPr>
      <dsp:spPr>
        <a:xfrm>
          <a:off x="344007" y="1359420"/>
          <a:ext cx="1412240" cy="1412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Goal: predict visitor emotional arousal from environment</a:t>
          </a:r>
        </a:p>
      </dsp:txBody>
      <dsp:txXfrm>
        <a:off x="412947" y="1428360"/>
        <a:ext cx="1274360" cy="1274360"/>
      </dsp:txXfrm>
    </dsp:sp>
    <dsp:sp modelId="{6B28A27B-A2D1-49CB-938D-E58EDDB42DFC}">
      <dsp:nvSpPr>
        <dsp:cNvPr id="0" name=""/>
        <dsp:cNvSpPr/>
      </dsp:nvSpPr>
      <dsp:spPr>
        <a:xfrm>
          <a:off x="1864881" y="1359420"/>
          <a:ext cx="1412240" cy="1412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Must generalize to future visitors</a:t>
          </a:r>
        </a:p>
      </dsp:txBody>
      <dsp:txXfrm>
        <a:off x="1933821" y="1428360"/>
        <a:ext cx="1274360" cy="1274360"/>
      </dsp:txXfrm>
    </dsp:sp>
    <dsp:sp modelId="{4F4B8415-6A5D-4254-906B-D25C4404BF1D}">
      <dsp:nvSpPr>
        <dsp:cNvPr id="0" name=""/>
        <dsp:cNvSpPr/>
      </dsp:nvSpPr>
      <dsp:spPr>
        <a:xfrm>
          <a:off x="344007" y="2880294"/>
          <a:ext cx="1412240" cy="1412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Supports landscape editing &amp; planning</a:t>
          </a:r>
        </a:p>
      </dsp:txBody>
      <dsp:txXfrm>
        <a:off x="412947" y="2949234"/>
        <a:ext cx="1274360" cy="1274360"/>
      </dsp:txXfrm>
    </dsp:sp>
    <dsp:sp modelId="{355F1789-E36D-4492-BC83-0F8A97B6AE1C}">
      <dsp:nvSpPr>
        <dsp:cNvPr id="0" name=""/>
        <dsp:cNvSpPr/>
      </dsp:nvSpPr>
      <dsp:spPr>
        <a:xfrm>
          <a:off x="1864881" y="2880294"/>
          <a:ext cx="1412240" cy="1412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Case study: historical forts</a:t>
          </a:r>
        </a:p>
      </dsp:txBody>
      <dsp:txXfrm>
        <a:off x="1933821" y="2949234"/>
        <a:ext cx="1274360" cy="127436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9F71E3-37EA-4DF9-AFC1-7577864ADAB3}">
      <dsp:nvSpPr>
        <dsp:cNvPr id="0" name=""/>
        <dsp:cNvSpPr/>
      </dsp:nvSpPr>
      <dsp:spPr>
        <a:xfrm>
          <a:off x="0" y="728977"/>
          <a:ext cx="3621129" cy="99450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GPS-only model R² = -0.057</a:t>
          </a:r>
        </a:p>
      </dsp:txBody>
      <dsp:txXfrm>
        <a:off x="48547" y="777524"/>
        <a:ext cx="3524035" cy="897406"/>
      </dsp:txXfrm>
    </dsp:sp>
    <dsp:sp modelId="{0C313DC1-063C-46C9-BA7A-EB9013259FE8}">
      <dsp:nvSpPr>
        <dsp:cNvPr id="0" name=""/>
        <dsp:cNvSpPr/>
      </dsp:nvSpPr>
      <dsp:spPr>
        <a:xfrm>
          <a:off x="0" y="1795477"/>
          <a:ext cx="3621129" cy="994500"/>
        </a:xfrm>
        <a:prstGeom prst="roundRect">
          <a:avLst/>
        </a:prstGeom>
        <a:solidFill>
          <a:schemeClr val="accent5">
            <a:hueOff val="-3311292"/>
            <a:satOff val="13270"/>
            <a:lumOff val="287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Memorizes locations, not patterns</a:t>
          </a:r>
        </a:p>
      </dsp:txBody>
      <dsp:txXfrm>
        <a:off x="48547" y="1844024"/>
        <a:ext cx="3524035" cy="897406"/>
      </dsp:txXfrm>
    </dsp:sp>
    <dsp:sp modelId="{35B5813D-9541-4E32-986A-4177AF403E82}">
      <dsp:nvSpPr>
        <dsp:cNvPr id="0" name=""/>
        <dsp:cNvSpPr/>
      </dsp:nvSpPr>
      <dsp:spPr>
        <a:xfrm>
          <a:off x="0" y="2861977"/>
          <a:ext cx="3621129" cy="994500"/>
        </a:xfrm>
        <a:prstGeom prst="roundRect">
          <a:avLst/>
        </a:prstGeom>
        <a:solidFill>
          <a:schemeClr val="accent5">
            <a:hueOff val="-6622584"/>
            <a:satOff val="26541"/>
            <a:lumOff val="575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Poor generalization</a:t>
          </a:r>
        </a:p>
      </dsp:txBody>
      <dsp:txXfrm>
        <a:off x="48547" y="2910524"/>
        <a:ext cx="3524035" cy="897406"/>
      </dsp:txXfrm>
    </dsp:sp>
    <dsp:sp modelId="{378B4E51-9856-4BAA-AA8F-EA4D03062E86}">
      <dsp:nvSpPr>
        <dsp:cNvPr id="0" name=""/>
        <dsp:cNvSpPr/>
      </dsp:nvSpPr>
      <dsp:spPr>
        <a:xfrm>
          <a:off x="0" y="3928477"/>
          <a:ext cx="3621129" cy="994500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Same spot, different person = different arousal</a:t>
          </a:r>
        </a:p>
      </dsp:txBody>
      <dsp:txXfrm>
        <a:off x="48547" y="3977024"/>
        <a:ext cx="3524035" cy="89740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898759E-967F-4DE7-A484-0BED35CB5E81}">
      <dsp:nvSpPr>
        <dsp:cNvPr id="0" name=""/>
        <dsp:cNvSpPr/>
      </dsp:nvSpPr>
      <dsp:spPr>
        <a:xfrm>
          <a:off x="0" y="225697"/>
          <a:ext cx="3621129" cy="1233179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Uses landcover, terrain &amp; elevation</a:t>
          </a:r>
        </a:p>
      </dsp:txBody>
      <dsp:txXfrm>
        <a:off x="60199" y="285896"/>
        <a:ext cx="3500731" cy="1112781"/>
      </dsp:txXfrm>
    </dsp:sp>
    <dsp:sp modelId="{00734D59-B378-4AB5-AE8C-EECBFBC3203B}">
      <dsp:nvSpPr>
        <dsp:cNvPr id="0" name=""/>
        <dsp:cNvSpPr/>
      </dsp:nvSpPr>
      <dsp:spPr>
        <a:xfrm>
          <a:off x="0" y="1548157"/>
          <a:ext cx="3621129" cy="1233179"/>
        </a:xfrm>
        <a:prstGeom prst="roundRect">
          <a:avLst/>
        </a:prstGeom>
        <a:solidFill>
          <a:schemeClr val="accent5">
            <a:hueOff val="-3311292"/>
            <a:satOff val="13270"/>
            <a:lumOff val="287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NL R² = 0.156</a:t>
          </a:r>
        </a:p>
      </dsp:txBody>
      <dsp:txXfrm>
        <a:off x="60199" y="1608356"/>
        <a:ext cx="3500731" cy="1112781"/>
      </dsp:txXfrm>
    </dsp:sp>
    <dsp:sp modelId="{A5D1E2B3-A14C-49CF-AE92-A4407AC66DD8}">
      <dsp:nvSpPr>
        <dsp:cNvPr id="0" name=""/>
        <dsp:cNvSpPr/>
      </dsp:nvSpPr>
      <dsp:spPr>
        <a:xfrm>
          <a:off x="0" y="2870617"/>
          <a:ext cx="3621129" cy="1233179"/>
        </a:xfrm>
        <a:prstGeom prst="roundRect">
          <a:avLst/>
        </a:prstGeom>
        <a:solidFill>
          <a:schemeClr val="accent5">
            <a:hueOff val="-6622584"/>
            <a:satOff val="26541"/>
            <a:lumOff val="575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BE R² = 0.033</a:t>
          </a:r>
        </a:p>
      </dsp:txBody>
      <dsp:txXfrm>
        <a:off x="60199" y="2930816"/>
        <a:ext cx="3500731" cy="1112781"/>
      </dsp:txXfrm>
    </dsp:sp>
    <dsp:sp modelId="{2334D0B5-B728-4CA0-A871-61AADB1BCBD4}">
      <dsp:nvSpPr>
        <dsp:cNvPr id="0" name=""/>
        <dsp:cNvSpPr/>
      </dsp:nvSpPr>
      <dsp:spPr>
        <a:xfrm>
          <a:off x="0" y="4193077"/>
          <a:ext cx="3621129" cy="1233179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Elevation dominates (56–88%)</a:t>
          </a:r>
        </a:p>
      </dsp:txBody>
      <dsp:txXfrm>
        <a:off x="60199" y="4253276"/>
        <a:ext cx="3500731" cy="111278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D654A15-073A-46F4-8ACB-543C61E9403F}">
      <dsp:nvSpPr>
        <dsp:cNvPr id="0" name=""/>
        <dsp:cNvSpPr/>
      </dsp:nvSpPr>
      <dsp:spPr>
        <a:xfrm>
          <a:off x="0" y="57937"/>
          <a:ext cx="3621129" cy="13127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Valleys: +46% arousal</a:t>
          </a:r>
        </a:p>
      </dsp:txBody>
      <dsp:txXfrm>
        <a:off x="64083" y="122020"/>
        <a:ext cx="3492963" cy="1184574"/>
      </dsp:txXfrm>
    </dsp:sp>
    <dsp:sp modelId="{EBBB375D-FFAF-46AA-9FE1-1218ADE48AAF}">
      <dsp:nvSpPr>
        <dsp:cNvPr id="0" name=""/>
        <dsp:cNvSpPr/>
      </dsp:nvSpPr>
      <dsp:spPr>
        <a:xfrm>
          <a:off x="0" y="1465717"/>
          <a:ext cx="3621129" cy="1312740"/>
        </a:xfrm>
        <a:prstGeom prst="round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Trees: +32%</a:t>
          </a:r>
        </a:p>
      </dsp:txBody>
      <dsp:txXfrm>
        <a:off x="64083" y="1529800"/>
        <a:ext cx="3492963" cy="1184574"/>
      </dsp:txXfrm>
    </dsp:sp>
    <dsp:sp modelId="{A4AC530F-AD36-4F40-92BA-7E5AE6B0C0BF}">
      <dsp:nvSpPr>
        <dsp:cNvPr id="0" name=""/>
        <dsp:cNvSpPr/>
      </dsp:nvSpPr>
      <dsp:spPr>
        <a:xfrm>
          <a:off x="0" y="2873497"/>
          <a:ext cx="3621129" cy="1312740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Hills: −34%</a:t>
          </a:r>
        </a:p>
      </dsp:txBody>
      <dsp:txXfrm>
        <a:off x="64083" y="2937580"/>
        <a:ext cx="3492963" cy="1184574"/>
      </dsp:txXfrm>
    </dsp:sp>
    <dsp:sp modelId="{B711D8B4-F7F6-4EE0-984E-CAC8CE056669}">
      <dsp:nvSpPr>
        <dsp:cNvPr id="0" name=""/>
        <dsp:cNvSpPr/>
      </dsp:nvSpPr>
      <dsp:spPr>
        <a:xfrm>
          <a:off x="0" y="4281277"/>
          <a:ext cx="3621129" cy="131274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Enables design decisions</a:t>
          </a:r>
        </a:p>
      </dsp:txBody>
      <dsp:txXfrm>
        <a:off x="64083" y="4345360"/>
        <a:ext cx="3492963" cy="118457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1D9275-AA37-4072-8484-13A3A5A6899B}">
      <dsp:nvSpPr>
        <dsp:cNvPr id="0" name=""/>
        <dsp:cNvSpPr/>
      </dsp:nvSpPr>
      <dsp:spPr>
        <a:xfrm>
          <a:off x="0" y="57937"/>
          <a:ext cx="3621129" cy="131274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Environmental features matter</a:t>
          </a:r>
        </a:p>
      </dsp:txBody>
      <dsp:txXfrm>
        <a:off x="64083" y="122020"/>
        <a:ext cx="3492963" cy="1184574"/>
      </dsp:txXfrm>
    </dsp:sp>
    <dsp:sp modelId="{91C7ED4A-381B-4C06-87E5-9E9D561E5901}">
      <dsp:nvSpPr>
        <dsp:cNvPr id="0" name=""/>
        <dsp:cNvSpPr/>
      </dsp:nvSpPr>
      <dsp:spPr>
        <a:xfrm>
          <a:off x="0" y="1465717"/>
          <a:ext cx="3621129" cy="1312740"/>
        </a:xfrm>
        <a:prstGeom prst="roundRect">
          <a:avLst/>
        </a:prstGeom>
        <a:solidFill>
          <a:schemeClr val="accent5">
            <a:hueOff val="-3311292"/>
            <a:satOff val="13270"/>
            <a:lumOff val="287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Models need local calibration</a:t>
          </a:r>
        </a:p>
      </dsp:txBody>
      <dsp:txXfrm>
        <a:off x="64083" y="1529800"/>
        <a:ext cx="3492963" cy="1184574"/>
      </dsp:txXfrm>
    </dsp:sp>
    <dsp:sp modelId="{C55B2A88-567A-45B6-B06E-FFC35C9EC32D}">
      <dsp:nvSpPr>
        <dsp:cNvPr id="0" name=""/>
        <dsp:cNvSpPr/>
      </dsp:nvSpPr>
      <dsp:spPr>
        <a:xfrm>
          <a:off x="0" y="2873497"/>
          <a:ext cx="3621129" cy="1312740"/>
        </a:xfrm>
        <a:prstGeom prst="roundRect">
          <a:avLst/>
        </a:prstGeom>
        <a:solidFill>
          <a:schemeClr val="accent5">
            <a:hueOff val="-6622584"/>
            <a:satOff val="26541"/>
            <a:lumOff val="575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Valleys + forests = highest arousal</a:t>
          </a:r>
        </a:p>
      </dsp:txBody>
      <dsp:txXfrm>
        <a:off x="64083" y="2937580"/>
        <a:ext cx="3492963" cy="1184574"/>
      </dsp:txXfrm>
    </dsp:sp>
    <dsp:sp modelId="{273AB2D4-5BE9-4080-AB3A-E3F9494EA790}">
      <dsp:nvSpPr>
        <dsp:cNvPr id="0" name=""/>
        <dsp:cNvSpPr/>
      </dsp:nvSpPr>
      <dsp:spPr>
        <a:xfrm>
          <a:off x="0" y="4281277"/>
          <a:ext cx="3621129" cy="1312740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Useful for landscape design</a:t>
          </a:r>
        </a:p>
      </dsp:txBody>
      <dsp:txXfrm>
        <a:off x="64083" y="4345360"/>
        <a:ext cx="3492963" cy="118457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 fill">
            <a:extLst>
              <a:ext uri="{FF2B5EF4-FFF2-40B4-BE49-F238E27FC236}">
                <a16:creationId xmlns:a16="http://schemas.microsoft.com/office/drawing/2014/main" id="{8DF67618-B87B-4195-8E24-3B126F79F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Color 2">
            <a:extLst>
              <a:ext uri="{FF2B5EF4-FFF2-40B4-BE49-F238E27FC236}">
                <a16:creationId xmlns:a16="http://schemas.microsoft.com/office/drawing/2014/main" id="{64960379-9FF9-400A-A8A8-F5AB633FD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C491629-AE25-486B-9B22-2CE4EE8F7E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4663619" cy="6858000"/>
            <a:chOff x="651279" y="598259"/>
            <a:chExt cx="10889442" cy="5680742"/>
          </a:xfrm>
        </p:grpSpPr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590EB173-7DC2-4BE8-BC08-19BC09DBD9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Color">
              <a:extLst>
                <a:ext uri="{FF2B5EF4-FFF2-40B4-BE49-F238E27FC236}">
                  <a16:creationId xmlns:a16="http://schemas.microsoft.com/office/drawing/2014/main" id="{0731E2C9-2CF0-48B4-9CEA-35B2199AF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3" y="0"/>
            <a:ext cx="9141717" cy="6858000"/>
            <a:chOff x="0" y="0"/>
            <a:chExt cx="12188952" cy="6858000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9788" y="841248"/>
            <a:ext cx="3847200" cy="5340097"/>
          </a:xfrm>
        </p:spPr>
        <p:txBody>
          <a:bodyPr anchor="ctr">
            <a:normAutofit/>
          </a:bodyPr>
          <a:lstStyle/>
          <a:p>
            <a:pPr algn="l"/>
            <a:r>
              <a:rPr lang="en-US" sz="4200">
                <a:solidFill>
                  <a:schemeClr val="bg1"/>
                </a:solidFill>
              </a:rPr>
              <a:t>Predicting Emotional Arousal from Landscapes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DCAB2A6-9D47-53C3-E1CD-F0C50ECD599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90882500"/>
              </p:ext>
            </p:extLst>
          </p:nvPr>
        </p:nvGraphicFramePr>
        <p:xfrm>
          <a:off x="4894221" y="529388"/>
          <a:ext cx="3621129" cy="56519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Slide background fill">
            <a:extLst>
              <a:ext uri="{FF2B5EF4-FFF2-40B4-BE49-F238E27FC236}">
                <a16:creationId xmlns:a16="http://schemas.microsoft.com/office/drawing/2014/main" id="{8DF67618-B87B-4195-8E24-3B126F79F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Color 2">
            <a:extLst>
              <a:ext uri="{FF2B5EF4-FFF2-40B4-BE49-F238E27FC236}">
                <a16:creationId xmlns:a16="http://schemas.microsoft.com/office/drawing/2014/main" id="{64960379-9FF9-400A-A8A8-F5AB633FD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C491629-AE25-486B-9B22-2CE4EE8F7E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4663619" cy="6858000"/>
            <a:chOff x="651279" y="598259"/>
            <a:chExt cx="10889442" cy="5680742"/>
          </a:xfrm>
        </p:grpSpPr>
        <p:sp>
          <p:nvSpPr>
            <p:cNvPr id="29" name="Color">
              <a:extLst>
                <a:ext uri="{FF2B5EF4-FFF2-40B4-BE49-F238E27FC236}">
                  <a16:creationId xmlns:a16="http://schemas.microsoft.com/office/drawing/2014/main" id="{590EB173-7DC2-4BE8-BC08-19BC09DBD9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Color">
              <a:extLst>
                <a:ext uri="{FF2B5EF4-FFF2-40B4-BE49-F238E27FC236}">
                  <a16:creationId xmlns:a16="http://schemas.microsoft.com/office/drawing/2014/main" id="{0731E2C9-2CF0-48B4-9CEA-35B2199AF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3" y="0"/>
            <a:ext cx="9141717" cy="6858000"/>
            <a:chOff x="0" y="0"/>
            <a:chExt cx="12188952" cy="6858000"/>
          </a:xfrm>
        </p:grpSpPr>
        <p:sp>
          <p:nvSpPr>
            <p:cNvPr id="32" name="Freeform: Shape 17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3" name="Freeform: Shape 18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4" name="Freeform: Shape 19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5" name="Freeform: Shape 20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6" name="Freeform: Shape 21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7" name="Freeform: Shape 22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8" name="Freeform: Shape 23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9788" y="841248"/>
            <a:ext cx="3847200" cy="5340097"/>
          </a:xfrm>
        </p:spPr>
        <p:txBody>
          <a:bodyPr anchor="ctr">
            <a:normAutofit/>
          </a:bodyPr>
          <a:lstStyle/>
          <a:p>
            <a:pPr algn="l"/>
            <a:r>
              <a:rPr lang="nl-NL" sz="4200">
                <a:solidFill>
                  <a:schemeClr val="bg1"/>
                </a:solidFill>
              </a:rPr>
              <a:t>Why GPS Alone Fails</a:t>
            </a:r>
          </a:p>
        </p:txBody>
      </p:sp>
      <p:graphicFrame>
        <p:nvGraphicFramePr>
          <p:cNvPr id="39" name="Content Placeholder 2">
            <a:extLst>
              <a:ext uri="{FF2B5EF4-FFF2-40B4-BE49-F238E27FC236}">
                <a16:creationId xmlns:a16="http://schemas.microsoft.com/office/drawing/2014/main" id="{6B5C687D-AD39-25DE-C3DF-C677F1E1688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50796130"/>
              </p:ext>
            </p:extLst>
          </p:nvPr>
        </p:nvGraphicFramePr>
        <p:xfrm>
          <a:off x="4894221" y="529388"/>
          <a:ext cx="3621129" cy="56519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 fill">
            <a:extLst>
              <a:ext uri="{FF2B5EF4-FFF2-40B4-BE49-F238E27FC236}">
                <a16:creationId xmlns:a16="http://schemas.microsoft.com/office/drawing/2014/main" id="{8DF67618-B87B-4195-8E24-3B126F79F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Color 2">
            <a:extLst>
              <a:ext uri="{FF2B5EF4-FFF2-40B4-BE49-F238E27FC236}">
                <a16:creationId xmlns:a16="http://schemas.microsoft.com/office/drawing/2014/main" id="{64960379-9FF9-400A-A8A8-F5AB633FD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C491629-AE25-486B-9B22-2CE4EE8F7E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4663619" cy="6858000"/>
            <a:chOff x="651279" y="598259"/>
            <a:chExt cx="10889442" cy="5680742"/>
          </a:xfrm>
        </p:grpSpPr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590EB173-7DC2-4BE8-BC08-19BC09DBD9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Color">
              <a:extLst>
                <a:ext uri="{FF2B5EF4-FFF2-40B4-BE49-F238E27FC236}">
                  <a16:creationId xmlns:a16="http://schemas.microsoft.com/office/drawing/2014/main" id="{0731E2C9-2CF0-48B4-9CEA-35B2199AF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3" y="0"/>
            <a:ext cx="9141717" cy="6858000"/>
            <a:chOff x="0" y="0"/>
            <a:chExt cx="12188952" cy="6858000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9788" y="841248"/>
            <a:ext cx="3847200" cy="5340097"/>
          </a:xfrm>
        </p:spPr>
        <p:txBody>
          <a:bodyPr anchor="ctr">
            <a:normAutofit/>
          </a:bodyPr>
          <a:lstStyle/>
          <a:p>
            <a:pPr algn="l"/>
            <a:r>
              <a:rPr lang="nl-NL" sz="4200">
                <a:solidFill>
                  <a:schemeClr val="bg1"/>
                </a:solidFill>
              </a:rPr>
              <a:t>Environmental Model Results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B142117-B612-E4A5-C9E9-93C9072314E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65973016"/>
              </p:ext>
            </p:extLst>
          </p:nvPr>
        </p:nvGraphicFramePr>
        <p:xfrm>
          <a:off x="4894221" y="529388"/>
          <a:ext cx="3621129" cy="56519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 fill">
            <a:extLst>
              <a:ext uri="{FF2B5EF4-FFF2-40B4-BE49-F238E27FC236}">
                <a16:creationId xmlns:a16="http://schemas.microsoft.com/office/drawing/2014/main" id="{8DF67618-B87B-4195-8E24-3B126F79F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Color 2">
            <a:extLst>
              <a:ext uri="{FF2B5EF4-FFF2-40B4-BE49-F238E27FC236}">
                <a16:creationId xmlns:a16="http://schemas.microsoft.com/office/drawing/2014/main" id="{64960379-9FF9-400A-A8A8-F5AB633FD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C491629-AE25-486B-9B22-2CE4EE8F7E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4663619" cy="6858000"/>
            <a:chOff x="651279" y="598259"/>
            <a:chExt cx="10889442" cy="5680742"/>
          </a:xfrm>
        </p:grpSpPr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590EB173-7DC2-4BE8-BC08-19BC09DBD9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Color">
              <a:extLst>
                <a:ext uri="{FF2B5EF4-FFF2-40B4-BE49-F238E27FC236}">
                  <a16:creationId xmlns:a16="http://schemas.microsoft.com/office/drawing/2014/main" id="{0731E2C9-2CF0-48B4-9CEA-35B2199AF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3" y="0"/>
            <a:ext cx="9141717" cy="6858000"/>
            <a:chOff x="0" y="0"/>
            <a:chExt cx="12188952" cy="6858000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9788" y="841248"/>
            <a:ext cx="3847200" cy="5340097"/>
          </a:xfrm>
        </p:spPr>
        <p:txBody>
          <a:bodyPr anchor="ctr">
            <a:normAutofit/>
          </a:bodyPr>
          <a:lstStyle/>
          <a:p>
            <a:pPr algn="l"/>
            <a:r>
              <a:rPr lang="nl-NL" sz="4200">
                <a:solidFill>
                  <a:schemeClr val="bg1"/>
                </a:solidFill>
              </a:rPr>
              <a:t>What‑If Simulation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2C100AA-13FA-B40A-D26B-37B384B353D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1790754"/>
              </p:ext>
            </p:extLst>
          </p:nvPr>
        </p:nvGraphicFramePr>
        <p:xfrm>
          <a:off x="4894221" y="529388"/>
          <a:ext cx="3621129" cy="56519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 fill">
            <a:extLst>
              <a:ext uri="{FF2B5EF4-FFF2-40B4-BE49-F238E27FC236}">
                <a16:creationId xmlns:a16="http://schemas.microsoft.com/office/drawing/2014/main" id="{8DF67618-B87B-4195-8E24-3B126F79F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Color 2">
            <a:extLst>
              <a:ext uri="{FF2B5EF4-FFF2-40B4-BE49-F238E27FC236}">
                <a16:creationId xmlns:a16="http://schemas.microsoft.com/office/drawing/2014/main" id="{64960379-9FF9-400A-A8A8-F5AB633FD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C491629-AE25-486B-9B22-2CE4EE8F7E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4663619" cy="6858000"/>
            <a:chOff x="651279" y="598259"/>
            <a:chExt cx="10889442" cy="5680742"/>
          </a:xfrm>
        </p:grpSpPr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590EB173-7DC2-4BE8-BC08-19BC09DBD9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Color">
              <a:extLst>
                <a:ext uri="{FF2B5EF4-FFF2-40B4-BE49-F238E27FC236}">
                  <a16:creationId xmlns:a16="http://schemas.microsoft.com/office/drawing/2014/main" id="{0731E2C9-2CF0-48B4-9CEA-35B2199AF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3" y="0"/>
            <a:ext cx="9141717" cy="6858000"/>
            <a:chOff x="0" y="0"/>
            <a:chExt cx="12188952" cy="6858000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9788" y="841248"/>
            <a:ext cx="3847200" cy="5340097"/>
          </a:xfrm>
        </p:spPr>
        <p:txBody>
          <a:bodyPr anchor="ctr">
            <a:normAutofit/>
          </a:bodyPr>
          <a:lstStyle/>
          <a:p>
            <a:pPr algn="l"/>
            <a:r>
              <a:rPr lang="nl-NL" sz="4200">
                <a:solidFill>
                  <a:schemeClr val="bg1"/>
                </a:solidFill>
              </a:rPr>
              <a:t>Conclusions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F583613-4B26-2E88-224A-C0E778BAE45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50250928"/>
              </p:ext>
            </p:extLst>
          </p:nvPr>
        </p:nvGraphicFramePr>
        <p:xfrm>
          <a:off x="4894221" y="529388"/>
          <a:ext cx="3621129" cy="56519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116</Words>
  <Application>Microsoft Office PowerPoint</Application>
  <PresentationFormat>On-screen Show (4:3)</PresentationFormat>
  <Paragraphs>25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Predicting Emotional Arousal from Landscapes</vt:lpstr>
      <vt:lpstr>Why GPS Alone Fails</vt:lpstr>
      <vt:lpstr>Environmental Model Results</vt:lpstr>
      <vt:lpstr>What‑If Simulation</vt:lpstr>
      <vt:lpstr>Conclusions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Predicting Emotional Arousal from Landscapes</dc:title>
  <dc:subject/>
  <dc:creator/>
  <cp:keywords/>
  <dc:description>generated using python-pptx</dc:description>
  <cp:lastModifiedBy>Baardewijk, Laurens van (243263)</cp:lastModifiedBy>
  <cp:revision>3</cp:revision>
  <dcterms:created xsi:type="dcterms:W3CDTF">2013-01-27T09:14:16Z</dcterms:created>
  <dcterms:modified xsi:type="dcterms:W3CDTF">2026-01-29T22:13:05Z</dcterms:modified>
  <cp:category/>
</cp:coreProperties>
</file>